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7" r:id="rId2"/>
    <p:sldId id="274" r:id="rId3"/>
    <p:sldId id="266" r:id="rId4"/>
    <p:sldId id="276" r:id="rId5"/>
    <p:sldId id="270" r:id="rId6"/>
    <p:sldId id="278" r:id="rId7"/>
    <p:sldId id="279" r:id="rId8"/>
    <p:sldId id="277" r:id="rId9"/>
    <p:sldId id="280" r:id="rId10"/>
    <p:sldId id="261" r:id="rId11"/>
    <p:sldId id="273" r:id="rId12"/>
  </p:sldIdLst>
  <p:sldSz cx="9144000" cy="54006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68B1B1-7C14-45D1-9F3A-36A136995855}" v="42" dt="2026-02-21T07:12:51.7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567" autoAdjust="0"/>
  </p:normalViewPr>
  <p:slideViewPr>
    <p:cSldViewPr snapToGrid="0" snapToObjects="1">
      <p:cViewPr varScale="1">
        <p:scale>
          <a:sx n="105" d="100"/>
          <a:sy n="105" d="100"/>
        </p:scale>
        <p:origin x="179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e huang" userId="a5d43ce04888ed0d" providerId="LiveId" clId="{00FA1A45-4AAD-46DF-B7B0-174E362B8709}"/>
    <pc:docChg chg="undo custSel addSld delSld modSld sldOrd">
      <pc:chgData name="Jane huang" userId="a5d43ce04888ed0d" providerId="LiveId" clId="{00FA1A45-4AAD-46DF-B7B0-174E362B8709}" dt="2026-02-21T08:16:28.312" v="1337" actId="20577"/>
      <pc:docMkLst>
        <pc:docMk/>
      </pc:docMkLst>
      <pc:sldChg chg="ord">
        <pc:chgData name="Jane huang" userId="a5d43ce04888ed0d" providerId="LiveId" clId="{00FA1A45-4AAD-46DF-B7B0-174E362B8709}" dt="2026-02-21T06:51:25.474" v="1181"/>
        <pc:sldMkLst>
          <pc:docMk/>
          <pc:sldMk cId="0" sldId="261"/>
        </pc:sldMkLst>
      </pc:sldChg>
      <pc:sldChg chg="addSp delSp modSp add mod">
        <pc:chgData name="Jane huang" userId="a5d43ce04888ed0d" providerId="LiveId" clId="{00FA1A45-4AAD-46DF-B7B0-174E362B8709}" dt="2026-02-21T08:16:28.312" v="1337" actId="20577"/>
        <pc:sldMkLst>
          <pc:docMk/>
          <pc:sldMk cId="0" sldId="266"/>
        </pc:sldMkLst>
        <pc:graphicFrameChg chg="add mod modGraphic">
          <ac:chgData name="Jane huang" userId="a5d43ce04888ed0d" providerId="LiveId" clId="{00FA1A45-4AAD-46DF-B7B0-174E362B8709}" dt="2026-02-21T08:16:28.312" v="1337" actId="20577"/>
          <ac:graphicFrameMkLst>
            <pc:docMk/>
            <pc:sldMk cId="0" sldId="266"/>
            <ac:graphicFrameMk id="4" creationId="{025EE001-A32E-F655-D7B7-715523637FEB}"/>
          </ac:graphicFrameMkLst>
        </pc:graphicFrameChg>
      </pc:sldChg>
      <pc:sldChg chg="addSp delSp modSp add mod ord">
        <pc:chgData name="Jane huang" userId="a5d43ce04888ed0d" providerId="LiveId" clId="{00FA1A45-4AAD-46DF-B7B0-174E362B8709}" dt="2026-01-22T08:21:11.367" v="950" actId="22"/>
        <pc:sldMkLst>
          <pc:docMk/>
          <pc:sldMk cId="0" sldId="273"/>
        </pc:sldMkLst>
        <pc:picChg chg="add">
          <ac:chgData name="Jane huang" userId="a5d43ce04888ed0d" providerId="LiveId" clId="{00FA1A45-4AAD-46DF-B7B0-174E362B8709}" dt="2026-01-22T08:21:11.367" v="950" actId="22"/>
          <ac:picMkLst>
            <pc:docMk/>
            <pc:sldMk cId="0" sldId="273"/>
            <ac:picMk id="4" creationId="{0C96D5DD-5681-F9D9-0A92-FCB357F17E4E}"/>
          </ac:picMkLst>
        </pc:picChg>
      </pc:sldChg>
      <pc:sldChg chg="addSp delSp modSp add mod ord setBg">
        <pc:chgData name="Jane huang" userId="a5d43ce04888ed0d" providerId="LiveId" clId="{00FA1A45-4AAD-46DF-B7B0-174E362B8709}" dt="2026-01-27T21:18:42.781" v="1159"/>
        <pc:sldMkLst>
          <pc:docMk/>
          <pc:sldMk cId="2932471909" sldId="274"/>
        </pc:sldMkLst>
      </pc:sldChg>
      <pc:sldChg chg="addSp delSp modSp add mod">
        <pc:chgData name="Jane huang" userId="a5d43ce04888ed0d" providerId="LiveId" clId="{00FA1A45-4AAD-46DF-B7B0-174E362B8709}" dt="2026-01-22T06:05:45.634" v="949" actId="20577"/>
        <pc:sldMkLst>
          <pc:docMk/>
          <pc:sldMk cId="366162575" sldId="276"/>
        </pc:sldMkLst>
        <pc:graphicFrameChg chg="add mod modGraphic">
          <ac:chgData name="Jane huang" userId="a5d43ce04888ed0d" providerId="LiveId" clId="{00FA1A45-4AAD-46DF-B7B0-174E362B8709}" dt="2026-01-22T06:05:45.634" v="949" actId="20577"/>
          <ac:graphicFrameMkLst>
            <pc:docMk/>
            <pc:sldMk cId="366162575" sldId="276"/>
            <ac:graphicFrameMk id="4" creationId="{192FEA94-68F9-4D2F-D481-F8FC1C13BC8A}"/>
          </ac:graphicFrameMkLst>
        </pc:graphicFrameChg>
      </pc:sldChg>
      <pc:sldChg chg="addSp modSp mod">
        <pc:chgData name="Jane huang" userId="a5d43ce04888ed0d" providerId="LiveId" clId="{00FA1A45-4AAD-46DF-B7B0-174E362B8709}" dt="2026-02-21T07:54:53.719" v="1335" actId="20577"/>
        <pc:sldMkLst>
          <pc:docMk/>
          <pc:sldMk cId="804159891" sldId="277"/>
        </pc:sldMkLst>
        <pc:spChg chg="add mod">
          <ac:chgData name="Jane huang" userId="a5d43ce04888ed0d" providerId="LiveId" clId="{00FA1A45-4AAD-46DF-B7B0-174E362B8709}" dt="2026-02-21T07:54:53.719" v="1335" actId="20577"/>
          <ac:spMkLst>
            <pc:docMk/>
            <pc:sldMk cId="804159891" sldId="277"/>
            <ac:spMk id="4" creationId="{A29B8D0F-749A-E4B8-07BA-DF35850FDC9A}"/>
          </ac:spMkLst>
        </pc:spChg>
      </pc:sldChg>
      <pc:sldChg chg="modSp mod">
        <pc:chgData name="Jane huang" userId="a5d43ce04888ed0d" providerId="LiveId" clId="{00FA1A45-4AAD-46DF-B7B0-174E362B8709}" dt="2026-02-21T07:12:51.777" v="1331" actId="1076"/>
        <pc:sldMkLst>
          <pc:docMk/>
          <pc:sldMk cId="608015383" sldId="278"/>
        </pc:sldMkLst>
        <pc:spChg chg="mod">
          <ac:chgData name="Jane huang" userId="a5d43ce04888ed0d" providerId="LiveId" clId="{00FA1A45-4AAD-46DF-B7B0-174E362B8709}" dt="2026-02-21T07:12:04.428" v="1321" actId="1076"/>
          <ac:spMkLst>
            <pc:docMk/>
            <pc:sldMk cId="608015383" sldId="278"/>
            <ac:spMk id="2" creationId="{A4110559-C569-F22E-F4CD-26001720885F}"/>
          </ac:spMkLst>
        </pc:spChg>
        <pc:graphicFrameChg chg="mod modGraphic">
          <ac:chgData name="Jane huang" userId="a5d43ce04888ed0d" providerId="LiveId" clId="{00FA1A45-4AAD-46DF-B7B0-174E362B8709}" dt="2026-02-21T07:12:43.611" v="1328" actId="2711"/>
          <ac:graphicFrameMkLst>
            <pc:docMk/>
            <pc:sldMk cId="608015383" sldId="278"/>
            <ac:graphicFrameMk id="4" creationId="{8FDF5F55-C8D5-4BF8-7CA3-2FDF4342F588}"/>
          </ac:graphicFrameMkLst>
        </pc:graphicFrameChg>
        <pc:picChg chg="mod">
          <ac:chgData name="Jane huang" userId="a5d43ce04888ed0d" providerId="LiveId" clId="{00FA1A45-4AAD-46DF-B7B0-174E362B8709}" dt="2026-02-21T07:12:51.777" v="1331" actId="1076"/>
          <ac:picMkLst>
            <pc:docMk/>
            <pc:sldMk cId="608015383" sldId="278"/>
            <ac:picMk id="5126" creationId="{F8E9EBBE-2D69-5854-D956-1EE28EF1A1CE}"/>
          </ac:picMkLst>
        </pc:picChg>
      </pc:sldChg>
      <pc:sldChg chg="addSp modSp add mod">
        <pc:chgData name="Jane huang" userId="a5d43ce04888ed0d" providerId="LiveId" clId="{00FA1A45-4AAD-46DF-B7B0-174E362B8709}" dt="2026-01-22T20:51:16.559" v="1157" actId="1076"/>
        <pc:sldMkLst>
          <pc:docMk/>
          <pc:sldMk cId="2756739193" sldId="279"/>
        </pc:sldMkLst>
        <pc:spChg chg="add mod">
          <ac:chgData name="Jane huang" userId="a5d43ce04888ed0d" providerId="LiveId" clId="{00FA1A45-4AAD-46DF-B7B0-174E362B8709}" dt="2026-01-22T20:42:28.617" v="1123" actId="1076"/>
          <ac:spMkLst>
            <pc:docMk/>
            <pc:sldMk cId="2756739193" sldId="279"/>
            <ac:spMk id="5" creationId="{D372E7FE-C27A-736F-1573-165CF2B935B8}"/>
          </ac:spMkLst>
        </pc:spChg>
        <pc:spChg chg="add mod">
          <ac:chgData name="Jane huang" userId="a5d43ce04888ed0d" providerId="LiveId" clId="{00FA1A45-4AAD-46DF-B7B0-174E362B8709}" dt="2026-01-22T20:33:31.080" v="971" actId="1076"/>
          <ac:spMkLst>
            <pc:docMk/>
            <pc:sldMk cId="2756739193" sldId="279"/>
            <ac:spMk id="6" creationId="{8DD75F6B-7AB7-7D76-92FA-93A90F3FB865}"/>
          </ac:spMkLst>
        </pc:spChg>
        <pc:spChg chg="add mod">
          <ac:chgData name="Jane huang" userId="a5d43ce04888ed0d" providerId="LiveId" clId="{00FA1A45-4AAD-46DF-B7B0-174E362B8709}" dt="2026-01-22T20:51:16.559" v="1157" actId="1076"/>
          <ac:spMkLst>
            <pc:docMk/>
            <pc:sldMk cId="2756739193" sldId="279"/>
            <ac:spMk id="7" creationId="{E21F4528-1A14-F8BA-7C58-57E09C72098A}"/>
          </ac:spMkLst>
        </pc:spChg>
        <pc:graphicFrameChg chg="add mod modGraphic">
          <ac:chgData name="Jane huang" userId="a5d43ce04888ed0d" providerId="LiveId" clId="{00FA1A45-4AAD-46DF-B7B0-174E362B8709}" dt="2026-01-22T20:33:18.983" v="966" actId="1076"/>
          <ac:graphicFrameMkLst>
            <pc:docMk/>
            <pc:sldMk cId="2756739193" sldId="279"/>
            <ac:graphicFrameMk id="4" creationId="{F51B786A-37BA-5DB0-5C9C-57800BFE69DE}"/>
          </ac:graphicFrameMkLst>
        </pc:graphicFrameChg>
        <pc:picChg chg="add mod">
          <ac:chgData name="Jane huang" userId="a5d43ce04888ed0d" providerId="LiveId" clId="{00FA1A45-4AAD-46DF-B7B0-174E362B8709}" dt="2026-01-22T20:42:33.521" v="1126" actId="1076"/>
          <ac:picMkLst>
            <pc:docMk/>
            <pc:sldMk cId="2756739193" sldId="279"/>
            <ac:picMk id="1026" creationId="{A5345645-AE8B-6EB9-B3EC-25867E148EA4}"/>
          </ac:picMkLst>
        </pc:picChg>
        <pc:picChg chg="add mod">
          <ac:chgData name="Jane huang" userId="a5d43ce04888ed0d" providerId="LiveId" clId="{00FA1A45-4AAD-46DF-B7B0-174E362B8709}" dt="2026-01-22T20:43:09.488" v="1131" actId="1076"/>
          <ac:picMkLst>
            <pc:docMk/>
            <pc:sldMk cId="2756739193" sldId="279"/>
            <ac:picMk id="1028" creationId="{0E2BABF5-F27A-EC34-7978-4857455252DA}"/>
          </ac:picMkLst>
        </pc:picChg>
      </pc:sldChg>
      <pc:sldChg chg="addSp delSp modSp new mod setBg">
        <pc:chgData name="Jane huang" userId="a5d43ce04888ed0d" providerId="LiveId" clId="{00FA1A45-4AAD-46DF-B7B0-174E362B8709}" dt="2026-01-22T08:21:35.754" v="963" actId="113"/>
        <pc:sldMkLst>
          <pc:docMk/>
          <pc:sldMk cId="3847547106" sldId="280"/>
        </pc:sldMkLst>
        <pc:spChg chg="mod">
          <ac:chgData name="Jane huang" userId="a5d43ce04888ed0d" providerId="LiveId" clId="{00FA1A45-4AAD-46DF-B7B0-174E362B8709}" dt="2026-01-22T08:21:35.754" v="963" actId="113"/>
          <ac:spMkLst>
            <pc:docMk/>
            <pc:sldMk cId="3847547106" sldId="280"/>
            <ac:spMk id="2" creationId="{26F81A4B-3A8D-0EF8-8FC0-34BAB1EE6F18}"/>
          </ac:spMkLst>
        </pc:spChg>
        <pc:spChg chg="add">
          <ac:chgData name="Jane huang" userId="a5d43ce04888ed0d" providerId="LiveId" clId="{00FA1A45-4AAD-46DF-B7B0-174E362B8709}" dt="2026-01-22T08:21:27.894" v="961" actId="26606"/>
          <ac:spMkLst>
            <pc:docMk/>
            <pc:sldMk cId="3847547106" sldId="280"/>
            <ac:spMk id="9" creationId="{A3363022-C969-41E9-8EB2-E4C94908C1FA}"/>
          </ac:spMkLst>
        </pc:spChg>
        <pc:spChg chg="add">
          <ac:chgData name="Jane huang" userId="a5d43ce04888ed0d" providerId="LiveId" clId="{00FA1A45-4AAD-46DF-B7B0-174E362B8709}" dt="2026-01-22T08:21:27.894" v="961" actId="26606"/>
          <ac:spMkLst>
            <pc:docMk/>
            <pc:sldMk cId="3847547106" sldId="280"/>
            <ac:spMk id="11" creationId="{8D1AD6B3-BE88-4CEB-BA17-790657CC4729}"/>
          </ac:spMkLst>
        </pc:spChg>
        <pc:grpChg chg="add">
          <ac:chgData name="Jane huang" userId="a5d43ce04888ed0d" providerId="LiveId" clId="{00FA1A45-4AAD-46DF-B7B0-174E362B8709}" dt="2026-01-22T08:21:27.894" v="961" actId="26606"/>
          <ac:grpSpMkLst>
            <pc:docMk/>
            <pc:sldMk cId="3847547106" sldId="280"/>
            <ac:grpSpMk id="13" creationId="{89D1390B-7E13-4B4F-9CB2-391063412E54}"/>
          </ac:grpSpMkLst>
        </pc:grpChg>
        <pc:picChg chg="add">
          <ac:chgData name="Jane huang" userId="a5d43ce04888ed0d" providerId="LiveId" clId="{00FA1A45-4AAD-46DF-B7B0-174E362B8709}" dt="2026-01-22T08:21:27.894" v="961" actId="26606"/>
          <ac:picMkLst>
            <pc:docMk/>
            <pc:sldMk cId="3847547106" sldId="280"/>
            <ac:picMk id="6" creationId="{124707F1-A8A4-9BC7-E84F-EEFBA8C36925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6" Type="http://schemas.openxmlformats.org/officeDocument/2006/relationships/image" Target="../media/image20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6" Type="http://schemas.openxmlformats.org/officeDocument/2006/relationships/image" Target="../media/image20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3B8AC0-A4AE-4FE0-B6EE-3B7C2BB6C88E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61A45E4-B8B0-4542-8C47-7C3209B21411}">
      <dgm:prSet phldrT="[Text]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b="1" dirty="0"/>
            <a:t>Image-Only Quality Metrics</a:t>
          </a:r>
          <a:r>
            <a:rPr lang="en-US" dirty="0"/>
            <a:t>: </a:t>
          </a:r>
        </a:p>
      </dgm:t>
    </dgm:pt>
    <dgm:pt modelId="{FB0AFFF6-3151-43F5-A518-7EBA32A54AE8}" type="parTrans" cxnId="{7D6FC467-7C82-40B2-9D4F-F0FE8F268146}">
      <dgm:prSet/>
      <dgm:spPr/>
      <dgm:t>
        <a:bodyPr/>
        <a:lstStyle/>
        <a:p>
          <a:endParaRPr lang="en-US"/>
        </a:p>
      </dgm:t>
    </dgm:pt>
    <dgm:pt modelId="{43E86A61-5BC5-4BCF-8D37-C4A21CFF2D8D}" type="sibTrans" cxnId="{7D6FC467-7C82-40B2-9D4F-F0FE8F268146}">
      <dgm:prSet/>
      <dgm:spPr/>
      <dgm:t>
        <a:bodyPr/>
        <a:lstStyle/>
        <a:p>
          <a:endParaRPr lang="en-US"/>
        </a:p>
      </dgm:t>
    </dgm:pt>
    <dgm:pt modelId="{A062071C-A0F6-46EF-BBFF-0B05732E3DCB}">
      <dgm:prSet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dirty="0"/>
            <a:t> NIQE /BRISQUE /</a:t>
          </a:r>
          <a:r>
            <a:rPr lang="en-US" b="0" i="0" dirty="0"/>
            <a:t>CLIP-IQA</a:t>
          </a:r>
          <a:r>
            <a:rPr lang="en-US" dirty="0"/>
            <a:t>: No-reference, signal-level naturalness metrics</a:t>
          </a:r>
        </a:p>
      </dgm:t>
    </dgm:pt>
    <dgm:pt modelId="{27DFF521-F341-4539-BCA1-E2F53839C86E}" type="parTrans" cxnId="{BC5AAF3B-5003-45AA-BF10-98D268B9490F}">
      <dgm:prSet/>
      <dgm:spPr/>
      <dgm:t>
        <a:bodyPr/>
        <a:lstStyle/>
        <a:p>
          <a:endParaRPr lang="en-US"/>
        </a:p>
      </dgm:t>
    </dgm:pt>
    <dgm:pt modelId="{B02FFAF7-30A1-41CA-A561-4E2A28AB6904}" type="sibTrans" cxnId="{BC5AAF3B-5003-45AA-BF10-98D268B9490F}">
      <dgm:prSet/>
      <dgm:spPr/>
      <dgm:t>
        <a:bodyPr/>
        <a:lstStyle/>
        <a:p>
          <a:endParaRPr lang="en-US"/>
        </a:p>
      </dgm:t>
    </dgm:pt>
    <dgm:pt modelId="{48AEF807-9E54-4652-9148-864235E7DAB0}">
      <dgm:prSet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dirty="0"/>
            <a:t> FID/KID/IS: distribution-level, not single-image</a:t>
          </a:r>
        </a:p>
      </dgm:t>
    </dgm:pt>
    <dgm:pt modelId="{84EB6CF3-976D-44D5-8DA1-5D339D6E039B}" type="parTrans" cxnId="{C06B4298-B9CA-448D-83EA-35F993284423}">
      <dgm:prSet/>
      <dgm:spPr/>
      <dgm:t>
        <a:bodyPr/>
        <a:lstStyle/>
        <a:p>
          <a:endParaRPr lang="en-US"/>
        </a:p>
      </dgm:t>
    </dgm:pt>
    <dgm:pt modelId="{851F17E6-8D61-4905-A83E-73F82DEBFC5C}" type="sibTrans" cxnId="{C06B4298-B9CA-448D-83EA-35F993284423}">
      <dgm:prSet/>
      <dgm:spPr/>
      <dgm:t>
        <a:bodyPr/>
        <a:lstStyle/>
        <a:p>
          <a:endParaRPr lang="en-US"/>
        </a:p>
      </dgm:t>
    </dgm:pt>
    <dgm:pt modelId="{EC0A2469-A19D-42F3-886D-8B29A64CE81D}">
      <dgm:prSet/>
      <dgm:spPr/>
      <dgm:t>
        <a:bodyPr/>
        <a:lstStyle/>
        <a:p>
          <a:r>
            <a:rPr lang="en-US" b="1"/>
            <a:t>Text-Image Alignment Metrics</a:t>
          </a:r>
          <a:r>
            <a:rPr lang="en-US"/>
            <a:t>: </a:t>
          </a:r>
          <a:endParaRPr lang="en-US" dirty="0"/>
        </a:p>
      </dgm:t>
    </dgm:pt>
    <dgm:pt modelId="{FC0C37AC-8291-4F50-A0E8-B308E41220EE}" type="parTrans" cxnId="{899C9DCB-2A9B-4146-B479-37E6134E0FD3}">
      <dgm:prSet/>
      <dgm:spPr/>
      <dgm:t>
        <a:bodyPr/>
        <a:lstStyle/>
        <a:p>
          <a:endParaRPr lang="en-US"/>
        </a:p>
      </dgm:t>
    </dgm:pt>
    <dgm:pt modelId="{E144EAD8-99DD-4487-968F-4227021EA14E}" type="sibTrans" cxnId="{899C9DCB-2A9B-4146-B479-37E6134E0FD3}">
      <dgm:prSet/>
      <dgm:spPr/>
      <dgm:t>
        <a:bodyPr/>
        <a:lstStyle/>
        <a:p>
          <a:endParaRPr lang="en-US"/>
        </a:p>
      </dgm:t>
    </dgm:pt>
    <dgm:pt modelId="{69F7487C-0E86-4A67-A614-A9CB2FDC24F0}">
      <dgm:prSet/>
      <dgm:spPr/>
      <dgm:t>
        <a:bodyPr/>
        <a:lstStyle/>
        <a:p>
          <a:r>
            <a:rPr lang="en-US" b="1" dirty="0"/>
            <a:t>Alignment and Structural Metrics:</a:t>
          </a:r>
        </a:p>
      </dgm:t>
    </dgm:pt>
    <dgm:pt modelId="{F3D4574C-2EFF-4A4F-A6ED-CEB72E18E806}" type="parTrans" cxnId="{FE01A30B-9D0E-40EB-AD58-57D563186848}">
      <dgm:prSet/>
      <dgm:spPr/>
      <dgm:t>
        <a:bodyPr/>
        <a:lstStyle/>
        <a:p>
          <a:endParaRPr lang="en-US"/>
        </a:p>
      </dgm:t>
    </dgm:pt>
    <dgm:pt modelId="{5158C1E2-A3AD-4C2B-B195-2F7021A02CDD}" type="sibTrans" cxnId="{FE01A30B-9D0E-40EB-AD58-57D563186848}">
      <dgm:prSet/>
      <dgm:spPr/>
      <dgm:t>
        <a:bodyPr/>
        <a:lstStyle/>
        <a:p>
          <a:endParaRPr lang="en-US"/>
        </a:p>
      </dgm:t>
    </dgm:pt>
    <dgm:pt modelId="{4A4C3E11-33E9-4A42-BC90-D837E8B6F92B}">
      <dgm:prSet/>
      <dgm:spPr/>
      <dgm:t>
        <a:bodyPr/>
        <a:lstStyle/>
        <a:p>
          <a:r>
            <a:rPr lang="en-US" b="1" dirty="0"/>
            <a:t>Reasoning and Perceptual Metrics: </a:t>
          </a:r>
        </a:p>
      </dgm:t>
    </dgm:pt>
    <dgm:pt modelId="{93F303C8-6334-482C-9EC1-E4FCB44D9C99}" type="parTrans" cxnId="{3E82609E-E1C1-4A36-AA90-D2C80AF836B3}">
      <dgm:prSet/>
      <dgm:spPr/>
      <dgm:t>
        <a:bodyPr/>
        <a:lstStyle/>
        <a:p>
          <a:endParaRPr lang="en-US"/>
        </a:p>
      </dgm:t>
    </dgm:pt>
    <dgm:pt modelId="{9200DA94-7D61-4933-ADF1-99A1A3687640}" type="sibTrans" cxnId="{3E82609E-E1C1-4A36-AA90-D2C80AF836B3}">
      <dgm:prSet/>
      <dgm:spPr/>
      <dgm:t>
        <a:bodyPr/>
        <a:lstStyle/>
        <a:p>
          <a:endParaRPr lang="en-US"/>
        </a:p>
      </dgm:t>
    </dgm:pt>
    <dgm:pt modelId="{362A3F84-D4F8-4168-8258-FB3DF1A11270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/>
            <a:t>VLM-as-a-Judge: Evaluates </a:t>
          </a:r>
          <a:r>
            <a:rPr lang="en-US" i="1" dirty="0"/>
            <a:t>implicit reasoning</a:t>
          </a:r>
          <a:r>
            <a:rPr lang="en-US" dirty="0"/>
            <a:t>, consistency, and commonsense, Especially appropriate for long prompts, multi-constraint satisfaction and ambiguous or underspecified instructions</a:t>
          </a:r>
          <a:endParaRPr lang="en-US" b="1" dirty="0"/>
        </a:p>
      </dgm:t>
    </dgm:pt>
    <dgm:pt modelId="{692FD54B-33BA-4F74-A984-CBE984B9FABB}" type="parTrans" cxnId="{221E8882-4A57-4AE4-9C16-491537CAB3DC}">
      <dgm:prSet/>
      <dgm:spPr/>
      <dgm:t>
        <a:bodyPr/>
        <a:lstStyle/>
        <a:p>
          <a:endParaRPr lang="en-US"/>
        </a:p>
      </dgm:t>
    </dgm:pt>
    <dgm:pt modelId="{CF9EC79D-40B7-4174-B003-C79CBB03D7AF}" type="sibTrans" cxnId="{221E8882-4A57-4AE4-9C16-491537CAB3DC}">
      <dgm:prSet/>
      <dgm:spPr/>
      <dgm:t>
        <a:bodyPr/>
        <a:lstStyle/>
        <a:p>
          <a:endParaRPr lang="en-US"/>
        </a:p>
      </dgm:t>
    </dgm:pt>
    <dgm:pt modelId="{1ACF4777-F472-4974-B37D-9030E3D3A2DD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/>
            <a:t>LPIPS (Learned Perceptual Image Patch Similarity): Pure perceptual similarity</a:t>
          </a:r>
        </a:p>
      </dgm:t>
    </dgm:pt>
    <dgm:pt modelId="{10E76625-E3B9-444D-B9B8-00F66021CB5F}" type="parTrans" cxnId="{ACB331D9-877F-458A-8FB6-1C1FD42B544D}">
      <dgm:prSet/>
      <dgm:spPr/>
      <dgm:t>
        <a:bodyPr/>
        <a:lstStyle/>
        <a:p>
          <a:endParaRPr lang="en-US"/>
        </a:p>
      </dgm:t>
    </dgm:pt>
    <dgm:pt modelId="{92BB24BC-338A-42F1-9370-5A49EA77A6B2}" type="sibTrans" cxnId="{ACB331D9-877F-458A-8FB6-1C1FD42B544D}">
      <dgm:prSet/>
      <dgm:spPr/>
      <dgm:t>
        <a:bodyPr/>
        <a:lstStyle/>
        <a:p>
          <a:endParaRPr lang="en-US"/>
        </a:p>
      </dgm:t>
    </dgm:pt>
    <dgm:pt modelId="{2A15818B-0EFD-43AD-A9F5-7ECE80401DAF}">
      <dgm:prSet/>
      <dgm:spPr/>
      <dgm:t>
        <a:bodyPr/>
        <a:lstStyle/>
        <a:p>
          <a:r>
            <a:rPr lang="en-US" b="1" dirty="0"/>
            <a:t>Responsible AI Metrics: T2ISatety</a:t>
          </a:r>
        </a:p>
      </dgm:t>
    </dgm:pt>
    <dgm:pt modelId="{6C163A35-FDE3-4316-B036-1AD21F8155FC}" type="parTrans" cxnId="{AFDC1CBE-A5E9-47B2-A5B8-C80AA4420199}">
      <dgm:prSet/>
      <dgm:spPr/>
      <dgm:t>
        <a:bodyPr/>
        <a:lstStyle/>
        <a:p>
          <a:endParaRPr lang="en-US"/>
        </a:p>
      </dgm:t>
    </dgm:pt>
    <dgm:pt modelId="{4D799511-3E2D-460E-A16A-812FE77C2F83}" type="sibTrans" cxnId="{AFDC1CBE-A5E9-47B2-A5B8-C80AA4420199}">
      <dgm:prSet/>
      <dgm:spPr/>
      <dgm:t>
        <a:bodyPr/>
        <a:lstStyle/>
        <a:p>
          <a:endParaRPr lang="en-US"/>
        </a:p>
      </dgm:t>
    </dgm:pt>
    <dgm:pt modelId="{4CA5E9D5-54C6-468F-B097-3D92AF32A237}">
      <dgm:prSet/>
      <dgm:spPr/>
      <dgm:t>
        <a:bodyPr/>
        <a:lstStyle/>
        <a:p>
          <a:r>
            <a:rPr lang="en-US" dirty="0"/>
            <a:t>Toxicity: Harmful Content</a:t>
          </a:r>
        </a:p>
      </dgm:t>
    </dgm:pt>
    <dgm:pt modelId="{DBA5748C-3091-4D03-8CAA-3ADB04DBA606}" type="parTrans" cxnId="{A49664E4-B06B-4620-94A8-A1BBD16A6D8D}">
      <dgm:prSet/>
      <dgm:spPr/>
      <dgm:t>
        <a:bodyPr/>
        <a:lstStyle/>
        <a:p>
          <a:endParaRPr lang="en-US"/>
        </a:p>
      </dgm:t>
    </dgm:pt>
    <dgm:pt modelId="{90246A6B-816F-440F-B33A-56FD93292CDF}" type="sibTrans" cxnId="{A49664E4-B06B-4620-94A8-A1BBD16A6D8D}">
      <dgm:prSet/>
      <dgm:spPr/>
      <dgm:t>
        <a:bodyPr/>
        <a:lstStyle/>
        <a:p>
          <a:endParaRPr lang="en-US"/>
        </a:p>
      </dgm:t>
    </dgm:pt>
    <dgm:pt modelId="{F1EF025B-D6A2-40A6-A467-3FE6507B75DC}">
      <dgm:prSet/>
      <dgm:spPr/>
      <dgm:t>
        <a:bodyPr/>
        <a:lstStyle/>
        <a:p>
          <a:r>
            <a:rPr lang="en-US"/>
            <a:t>Fairness: Representation Bias</a:t>
          </a:r>
          <a:endParaRPr lang="en-US" dirty="0"/>
        </a:p>
      </dgm:t>
    </dgm:pt>
    <dgm:pt modelId="{7EF27B06-D04B-4169-B4CB-07B6CE743953}" type="parTrans" cxnId="{753C3155-FCB1-477B-8294-E72D6897C5F8}">
      <dgm:prSet/>
      <dgm:spPr/>
      <dgm:t>
        <a:bodyPr/>
        <a:lstStyle/>
        <a:p>
          <a:endParaRPr lang="en-US"/>
        </a:p>
      </dgm:t>
    </dgm:pt>
    <dgm:pt modelId="{C9DB6CDD-9C4C-4897-A559-AEB135E88D32}" type="sibTrans" cxnId="{753C3155-FCB1-477B-8294-E72D6897C5F8}">
      <dgm:prSet/>
      <dgm:spPr/>
      <dgm:t>
        <a:bodyPr/>
        <a:lstStyle/>
        <a:p>
          <a:endParaRPr lang="en-US"/>
        </a:p>
      </dgm:t>
    </dgm:pt>
    <dgm:pt modelId="{F2426B4E-F440-4D0E-9BCA-C9D6291B8270}">
      <dgm:prSet/>
      <dgm:spPr/>
      <dgm:t>
        <a:bodyPr/>
        <a:lstStyle/>
        <a:p>
          <a:r>
            <a:rPr lang="en-US" dirty="0"/>
            <a:t>Privacy &amp; IP:Sensitive Data &amp; Copyright</a:t>
          </a:r>
        </a:p>
      </dgm:t>
    </dgm:pt>
    <dgm:pt modelId="{E9B96942-92D0-4C3C-AE7D-4FCD0B82DB7A}" type="parTrans" cxnId="{AC6C58FC-A61C-4A2A-A7E5-3FF5549A52D9}">
      <dgm:prSet/>
      <dgm:spPr/>
      <dgm:t>
        <a:bodyPr/>
        <a:lstStyle/>
        <a:p>
          <a:endParaRPr lang="en-US"/>
        </a:p>
      </dgm:t>
    </dgm:pt>
    <dgm:pt modelId="{C177071A-A498-4506-84A4-910C6DA0A14F}" type="sibTrans" cxnId="{AC6C58FC-A61C-4A2A-A7E5-3FF5549A52D9}">
      <dgm:prSet/>
      <dgm:spPr/>
      <dgm:t>
        <a:bodyPr/>
        <a:lstStyle/>
        <a:p>
          <a:endParaRPr lang="en-US"/>
        </a:p>
      </dgm:t>
    </dgm:pt>
    <dgm:pt modelId="{1298EAC8-A159-42F2-B2B7-3B574672372E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b="0" dirty="0" err="1"/>
            <a:t>CLIPScore</a:t>
          </a:r>
          <a:r>
            <a:rPr lang="en-US" b="0" dirty="0"/>
            <a:t> → global semantic alignment</a:t>
          </a:r>
        </a:p>
      </dgm:t>
    </dgm:pt>
    <dgm:pt modelId="{9160A819-93E9-4EEC-865B-6FF1612B50C4}" type="parTrans" cxnId="{2DDB465E-3116-4B11-B091-2F321610DEF1}">
      <dgm:prSet/>
      <dgm:spPr/>
      <dgm:t>
        <a:bodyPr/>
        <a:lstStyle/>
        <a:p>
          <a:endParaRPr lang="en-US"/>
        </a:p>
      </dgm:t>
    </dgm:pt>
    <dgm:pt modelId="{3D33A15C-D7C6-4B17-829F-4A06EFFDCC5B}" type="sibTrans" cxnId="{2DDB465E-3116-4B11-B091-2F321610DEF1}">
      <dgm:prSet/>
      <dgm:spPr/>
      <dgm:t>
        <a:bodyPr/>
        <a:lstStyle/>
        <a:p>
          <a:endParaRPr lang="en-US"/>
        </a:p>
      </dgm:t>
    </dgm:pt>
    <dgm:pt modelId="{379BBC4A-EBFB-474B-904A-24AE20D2CC1A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b="0" dirty="0"/>
            <a:t>TIFA / Soft-TIFA → atomic faithfulness + compositional AND</a:t>
          </a:r>
        </a:p>
      </dgm:t>
    </dgm:pt>
    <dgm:pt modelId="{B35D2C3F-253D-477B-83E3-4759A62DB436}" type="parTrans" cxnId="{01E0A23C-EB3F-4241-8ED4-50C0C48D3832}">
      <dgm:prSet/>
      <dgm:spPr/>
      <dgm:t>
        <a:bodyPr/>
        <a:lstStyle/>
        <a:p>
          <a:endParaRPr lang="en-US"/>
        </a:p>
      </dgm:t>
    </dgm:pt>
    <dgm:pt modelId="{11D0709F-DB8E-45AA-885B-E0D54014D930}" type="sibTrans" cxnId="{01E0A23C-EB3F-4241-8ED4-50C0C48D3832}">
      <dgm:prSet/>
      <dgm:spPr/>
      <dgm:t>
        <a:bodyPr/>
        <a:lstStyle/>
        <a:p>
          <a:endParaRPr lang="en-US"/>
        </a:p>
      </dgm:t>
    </dgm:pt>
    <dgm:pt modelId="{733896A6-D731-4CF6-98F0-5F99AF7781B0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b="0" dirty="0"/>
            <a:t>DSG / PSG → explicit structural grounding</a:t>
          </a:r>
        </a:p>
      </dgm:t>
    </dgm:pt>
    <dgm:pt modelId="{A13A0D61-C72D-41EF-9398-1F4001EE21C6}" type="parTrans" cxnId="{905EDAA3-2282-41CE-8FAD-8580E0EFC55E}">
      <dgm:prSet/>
      <dgm:spPr/>
      <dgm:t>
        <a:bodyPr/>
        <a:lstStyle/>
        <a:p>
          <a:endParaRPr lang="en-US"/>
        </a:p>
      </dgm:t>
    </dgm:pt>
    <dgm:pt modelId="{41F00E6A-B1EE-42CD-8A32-557B16F3AE8D}" type="sibTrans" cxnId="{905EDAA3-2282-41CE-8FAD-8580E0EFC55E}">
      <dgm:prSet/>
      <dgm:spPr/>
      <dgm:t>
        <a:bodyPr/>
        <a:lstStyle/>
        <a:p>
          <a:endParaRPr lang="en-US"/>
        </a:p>
      </dgm:t>
    </dgm:pt>
    <dgm:pt modelId="{D65CBD12-A53A-4F6F-9C10-9DB1B1A85DF5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b="0" dirty="0"/>
            <a:t>VPEval → targeted skill-based structural evaluation</a:t>
          </a:r>
        </a:p>
      </dgm:t>
    </dgm:pt>
    <dgm:pt modelId="{5043277A-25BD-4391-912E-BE2195D5C7AF}" type="parTrans" cxnId="{47CDC385-A628-449C-B5DC-A14E62390178}">
      <dgm:prSet/>
      <dgm:spPr/>
      <dgm:t>
        <a:bodyPr/>
        <a:lstStyle/>
        <a:p>
          <a:endParaRPr lang="en-US"/>
        </a:p>
      </dgm:t>
    </dgm:pt>
    <dgm:pt modelId="{7CB06654-D135-45B7-93F5-66C7C1C121A7}" type="sibTrans" cxnId="{47CDC385-A628-449C-B5DC-A14E62390178}">
      <dgm:prSet/>
      <dgm:spPr/>
      <dgm:t>
        <a:bodyPr/>
        <a:lstStyle/>
        <a:p>
          <a:endParaRPr lang="en-US"/>
        </a:p>
      </dgm:t>
    </dgm:pt>
    <dgm:pt modelId="{1EE2DF21-1660-47C0-A5D0-D3FB37C1AF28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b="0" dirty="0"/>
            <a:t>VQAScore → verification-based alignment</a:t>
          </a:r>
        </a:p>
      </dgm:t>
    </dgm:pt>
    <dgm:pt modelId="{CF53D5D9-2738-48E9-B706-58EA036E4E93}" type="parTrans" cxnId="{A53A43F2-18E6-4BAB-BAC3-B64BC21BC13D}">
      <dgm:prSet/>
      <dgm:spPr/>
      <dgm:t>
        <a:bodyPr/>
        <a:lstStyle/>
        <a:p>
          <a:endParaRPr lang="en-US"/>
        </a:p>
      </dgm:t>
    </dgm:pt>
    <dgm:pt modelId="{1909D87D-1B44-4453-B455-E3C398387B00}" type="sibTrans" cxnId="{A53A43F2-18E6-4BAB-BAC3-B64BC21BC13D}">
      <dgm:prSet/>
      <dgm:spPr/>
      <dgm:t>
        <a:bodyPr/>
        <a:lstStyle/>
        <a:p>
          <a:endParaRPr lang="en-US"/>
        </a:p>
      </dgm:t>
    </dgm:pt>
    <dgm:pt modelId="{F4171788-5AA6-414E-B609-980B51DEAA45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b="0" dirty="0"/>
            <a:t>AHEaD (Attention-based HEad-wise Disentanglement)-&gt; To evaluates how well an image aligns with a text prompt by analyzing CLIP’s multi-head attention patterns and disentangling which attention heads correspond to which semantic concepts.</a:t>
          </a:r>
        </a:p>
      </dgm:t>
    </dgm:pt>
    <dgm:pt modelId="{17562A74-84C3-40FC-8577-D4853F26E284}" type="parTrans" cxnId="{2D205702-FCDA-44D2-A89F-03D28C21C421}">
      <dgm:prSet/>
      <dgm:spPr/>
      <dgm:t>
        <a:bodyPr/>
        <a:lstStyle/>
        <a:p>
          <a:endParaRPr lang="en-US"/>
        </a:p>
      </dgm:t>
    </dgm:pt>
    <dgm:pt modelId="{960243D2-F655-4E72-877B-47846A534EBE}" type="sibTrans" cxnId="{2D205702-FCDA-44D2-A89F-03D28C21C421}">
      <dgm:prSet/>
      <dgm:spPr/>
      <dgm:t>
        <a:bodyPr/>
        <a:lstStyle/>
        <a:p>
          <a:endParaRPr lang="en-US"/>
        </a:p>
      </dgm:t>
    </dgm:pt>
    <dgm:pt modelId="{B5D230BB-2A6A-4687-957C-2D5212D85CA6}">
      <dgm:prSet/>
      <dgm:spPr/>
      <dgm:t>
        <a:bodyPr/>
        <a:lstStyle/>
        <a:p>
          <a:pPr>
            <a:buFont typeface="Courier New" panose="02070309020205020404" pitchFamily="49" charset="0"/>
            <a:buNone/>
          </a:pPr>
          <a:endParaRPr lang="en-US" b="0" dirty="0"/>
        </a:p>
      </dgm:t>
    </dgm:pt>
    <dgm:pt modelId="{1398E3C5-F0EA-4AED-A360-C6EEC890DE1B}" type="parTrans" cxnId="{F9A85A1E-F076-4487-A1FD-188BDFBC8C3B}">
      <dgm:prSet/>
      <dgm:spPr/>
      <dgm:t>
        <a:bodyPr/>
        <a:lstStyle/>
        <a:p>
          <a:endParaRPr lang="en-US"/>
        </a:p>
      </dgm:t>
    </dgm:pt>
    <dgm:pt modelId="{3FD3A3EF-076B-48CD-BE34-D0C431B7060F}" type="sibTrans" cxnId="{F9A85A1E-F076-4487-A1FD-188BDFBC8C3B}">
      <dgm:prSet/>
      <dgm:spPr/>
      <dgm:t>
        <a:bodyPr/>
        <a:lstStyle/>
        <a:p>
          <a:endParaRPr lang="en-US"/>
        </a:p>
      </dgm:t>
    </dgm:pt>
    <dgm:pt modelId="{E76D2E1A-9D69-4671-B4AA-21778DB46E7A}" type="pres">
      <dgm:prSet presAssocID="{453B8AC0-A4AE-4FE0-B6EE-3B7C2BB6C88E}" presName="linear" presStyleCnt="0">
        <dgm:presLayoutVars>
          <dgm:dir/>
          <dgm:animLvl val="lvl"/>
          <dgm:resizeHandles val="exact"/>
        </dgm:presLayoutVars>
      </dgm:prSet>
      <dgm:spPr/>
    </dgm:pt>
    <dgm:pt modelId="{FDB91CE2-738F-49E6-896B-4A818ACA3DB5}" type="pres">
      <dgm:prSet presAssocID="{061A45E4-B8B0-4542-8C47-7C3209B21411}" presName="parentLin" presStyleCnt="0"/>
      <dgm:spPr/>
    </dgm:pt>
    <dgm:pt modelId="{6FC9D085-4500-441D-A64B-179569E216A5}" type="pres">
      <dgm:prSet presAssocID="{061A45E4-B8B0-4542-8C47-7C3209B21411}" presName="parentLeftMargin" presStyleLbl="node1" presStyleIdx="0" presStyleCnt="3"/>
      <dgm:spPr/>
    </dgm:pt>
    <dgm:pt modelId="{720EA79C-8095-4D96-8401-7E444601C2A8}" type="pres">
      <dgm:prSet presAssocID="{061A45E4-B8B0-4542-8C47-7C3209B2141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FF8E95D-419C-465E-947D-90D895AF81F0}" type="pres">
      <dgm:prSet presAssocID="{061A45E4-B8B0-4542-8C47-7C3209B21411}" presName="negativeSpace" presStyleCnt="0"/>
      <dgm:spPr/>
    </dgm:pt>
    <dgm:pt modelId="{6E999617-098B-49F9-AF36-76417CDE7300}" type="pres">
      <dgm:prSet presAssocID="{061A45E4-B8B0-4542-8C47-7C3209B21411}" presName="childText" presStyleLbl="conFgAcc1" presStyleIdx="0" presStyleCnt="3">
        <dgm:presLayoutVars>
          <dgm:bulletEnabled val="1"/>
        </dgm:presLayoutVars>
      </dgm:prSet>
      <dgm:spPr/>
    </dgm:pt>
    <dgm:pt modelId="{D22CEC0B-9589-4D5C-AF76-B730209BE246}" type="pres">
      <dgm:prSet presAssocID="{43E86A61-5BC5-4BCF-8D37-C4A21CFF2D8D}" presName="spaceBetweenRectangles" presStyleCnt="0"/>
      <dgm:spPr/>
    </dgm:pt>
    <dgm:pt modelId="{62C9B05C-10AC-4E9F-B95E-096700C33D4E}" type="pres">
      <dgm:prSet presAssocID="{EC0A2469-A19D-42F3-886D-8B29A64CE81D}" presName="parentLin" presStyleCnt="0"/>
      <dgm:spPr/>
    </dgm:pt>
    <dgm:pt modelId="{4F391613-6E78-4DB6-9446-F9A3757F6444}" type="pres">
      <dgm:prSet presAssocID="{EC0A2469-A19D-42F3-886D-8B29A64CE81D}" presName="parentLeftMargin" presStyleLbl="node1" presStyleIdx="0" presStyleCnt="3"/>
      <dgm:spPr/>
    </dgm:pt>
    <dgm:pt modelId="{7D78E633-796F-4B01-AB90-21205D758A9E}" type="pres">
      <dgm:prSet presAssocID="{EC0A2469-A19D-42F3-886D-8B29A64CE81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A5DEACE-758A-4353-9F2C-335ACCDA106E}" type="pres">
      <dgm:prSet presAssocID="{EC0A2469-A19D-42F3-886D-8B29A64CE81D}" presName="negativeSpace" presStyleCnt="0"/>
      <dgm:spPr/>
    </dgm:pt>
    <dgm:pt modelId="{A98613E9-580F-4971-826C-278689E3856B}" type="pres">
      <dgm:prSet presAssocID="{EC0A2469-A19D-42F3-886D-8B29A64CE81D}" presName="childText" presStyleLbl="conFgAcc1" presStyleIdx="1" presStyleCnt="3">
        <dgm:presLayoutVars>
          <dgm:bulletEnabled val="1"/>
        </dgm:presLayoutVars>
      </dgm:prSet>
      <dgm:spPr/>
    </dgm:pt>
    <dgm:pt modelId="{759934CC-01A5-4F7C-BAAF-128FA8A87EEB}" type="pres">
      <dgm:prSet presAssocID="{E144EAD8-99DD-4487-968F-4227021EA14E}" presName="spaceBetweenRectangles" presStyleCnt="0"/>
      <dgm:spPr/>
    </dgm:pt>
    <dgm:pt modelId="{8BD8107A-7374-4A94-9D9B-FDDB2D2C5E7D}" type="pres">
      <dgm:prSet presAssocID="{2A15818B-0EFD-43AD-A9F5-7ECE80401DAF}" presName="parentLin" presStyleCnt="0"/>
      <dgm:spPr/>
    </dgm:pt>
    <dgm:pt modelId="{93DE617D-E0C5-4C8D-86ED-986C099E78F6}" type="pres">
      <dgm:prSet presAssocID="{2A15818B-0EFD-43AD-A9F5-7ECE80401DAF}" presName="parentLeftMargin" presStyleLbl="node1" presStyleIdx="1" presStyleCnt="3"/>
      <dgm:spPr/>
    </dgm:pt>
    <dgm:pt modelId="{2B751499-97B7-4AC5-B003-0BF3854D424B}" type="pres">
      <dgm:prSet presAssocID="{2A15818B-0EFD-43AD-A9F5-7ECE80401DA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AE89446-3AAC-4A2D-83F4-AE5D06DD57A5}" type="pres">
      <dgm:prSet presAssocID="{2A15818B-0EFD-43AD-A9F5-7ECE80401DAF}" presName="negativeSpace" presStyleCnt="0"/>
      <dgm:spPr/>
    </dgm:pt>
    <dgm:pt modelId="{FC724773-9F9E-4FBC-AFDC-C357F66C7521}" type="pres">
      <dgm:prSet presAssocID="{2A15818B-0EFD-43AD-A9F5-7ECE80401DA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D205702-FCDA-44D2-A89F-03D28C21C421}" srcId="{69F7487C-0E86-4A67-A614-A9CB2FDC24F0}" destId="{F4171788-5AA6-414E-B609-980B51DEAA45}" srcOrd="5" destOrd="0" parTransId="{17562A74-84C3-40FC-8577-D4853F26E284}" sibTransId="{960243D2-F655-4E72-877B-47846A534EBE}"/>
    <dgm:cxn modelId="{FE01A30B-9D0E-40EB-AD58-57D563186848}" srcId="{EC0A2469-A19D-42F3-886D-8B29A64CE81D}" destId="{69F7487C-0E86-4A67-A614-A9CB2FDC24F0}" srcOrd="0" destOrd="0" parTransId="{F3D4574C-2EFF-4A4F-A6ED-CEB72E18E806}" sibTransId="{5158C1E2-A3AD-4C2B-B195-2F7021A02CDD}"/>
    <dgm:cxn modelId="{E4C65E11-1F15-484A-93C6-60A9D80C16C0}" type="presOf" srcId="{1298EAC8-A159-42F2-B2B7-3B574672372E}" destId="{A98613E9-580F-4971-826C-278689E3856B}" srcOrd="0" destOrd="1" presId="urn:microsoft.com/office/officeart/2005/8/layout/list1"/>
    <dgm:cxn modelId="{E379F618-63C8-4B37-B8C2-BCD60E6CDA8E}" type="presOf" srcId="{69F7487C-0E86-4A67-A614-A9CB2FDC24F0}" destId="{A98613E9-580F-4971-826C-278689E3856B}" srcOrd="0" destOrd="0" presId="urn:microsoft.com/office/officeart/2005/8/layout/list1"/>
    <dgm:cxn modelId="{F9A85A1E-F076-4487-A1FD-188BDFBC8C3B}" srcId="{EC0A2469-A19D-42F3-886D-8B29A64CE81D}" destId="{B5D230BB-2A6A-4687-957C-2D5212D85CA6}" srcOrd="1" destOrd="0" parTransId="{1398E3C5-F0EA-4AED-A360-C6EEC890DE1B}" sibTransId="{3FD3A3EF-076B-48CD-BE34-D0C431B7060F}"/>
    <dgm:cxn modelId="{3D18D51F-EBE8-437D-95A7-114BF62935EB}" type="presOf" srcId="{733896A6-D731-4CF6-98F0-5F99AF7781B0}" destId="{A98613E9-580F-4971-826C-278689E3856B}" srcOrd="0" destOrd="3" presId="urn:microsoft.com/office/officeart/2005/8/layout/list1"/>
    <dgm:cxn modelId="{393A5B22-DA57-4344-A073-2AF2B1ACEC8D}" type="presOf" srcId="{48AEF807-9E54-4652-9148-864235E7DAB0}" destId="{6E999617-098B-49F9-AF36-76417CDE7300}" srcOrd="0" destOrd="1" presId="urn:microsoft.com/office/officeart/2005/8/layout/list1"/>
    <dgm:cxn modelId="{BD6F9927-C001-4A28-8BB6-651EB9D95BF2}" type="presOf" srcId="{EC0A2469-A19D-42F3-886D-8B29A64CE81D}" destId="{4F391613-6E78-4DB6-9446-F9A3757F6444}" srcOrd="0" destOrd="0" presId="urn:microsoft.com/office/officeart/2005/8/layout/list1"/>
    <dgm:cxn modelId="{7209E62F-1514-4594-8FE8-7D94DDDA7B6A}" type="presOf" srcId="{A062071C-A0F6-46EF-BBFF-0B05732E3DCB}" destId="{6E999617-098B-49F9-AF36-76417CDE7300}" srcOrd="0" destOrd="0" presId="urn:microsoft.com/office/officeart/2005/8/layout/list1"/>
    <dgm:cxn modelId="{596B2830-580E-43CD-AC5D-943FCBAAE371}" type="presOf" srcId="{EC0A2469-A19D-42F3-886D-8B29A64CE81D}" destId="{7D78E633-796F-4B01-AB90-21205D758A9E}" srcOrd="1" destOrd="0" presId="urn:microsoft.com/office/officeart/2005/8/layout/list1"/>
    <dgm:cxn modelId="{BC5AAF3B-5003-45AA-BF10-98D268B9490F}" srcId="{061A45E4-B8B0-4542-8C47-7C3209B21411}" destId="{A062071C-A0F6-46EF-BBFF-0B05732E3DCB}" srcOrd="0" destOrd="0" parTransId="{27DFF521-F341-4539-BCA1-E2F53839C86E}" sibTransId="{B02FFAF7-30A1-41CA-A561-4E2A28AB6904}"/>
    <dgm:cxn modelId="{01E0A23C-EB3F-4241-8ED4-50C0C48D3832}" srcId="{69F7487C-0E86-4A67-A614-A9CB2FDC24F0}" destId="{379BBC4A-EBFB-474B-904A-24AE20D2CC1A}" srcOrd="1" destOrd="0" parTransId="{B35D2C3F-253D-477B-83E3-4759A62DB436}" sibTransId="{11D0709F-DB8E-45AA-885B-E0D54014D930}"/>
    <dgm:cxn modelId="{C832A75B-BDEE-43B1-AB27-8563FB434888}" type="presOf" srcId="{F4171788-5AA6-414E-B609-980B51DEAA45}" destId="{A98613E9-580F-4971-826C-278689E3856B}" srcOrd="0" destOrd="6" presId="urn:microsoft.com/office/officeart/2005/8/layout/list1"/>
    <dgm:cxn modelId="{13DDC05D-AC61-41D0-B6A3-8116F823AC88}" type="presOf" srcId="{2A15818B-0EFD-43AD-A9F5-7ECE80401DAF}" destId="{93DE617D-E0C5-4C8D-86ED-986C099E78F6}" srcOrd="0" destOrd="0" presId="urn:microsoft.com/office/officeart/2005/8/layout/list1"/>
    <dgm:cxn modelId="{2DDB465E-3116-4B11-B091-2F321610DEF1}" srcId="{69F7487C-0E86-4A67-A614-A9CB2FDC24F0}" destId="{1298EAC8-A159-42F2-B2B7-3B574672372E}" srcOrd="0" destOrd="0" parTransId="{9160A819-93E9-4EEC-865B-6FF1612B50C4}" sibTransId="{3D33A15C-D7C6-4B17-829F-4A06EFFDCC5B}"/>
    <dgm:cxn modelId="{14875543-D68D-4523-AADA-11641CB45A09}" type="presOf" srcId="{1EE2DF21-1660-47C0-A5D0-D3FB37C1AF28}" destId="{A98613E9-580F-4971-826C-278689E3856B}" srcOrd="0" destOrd="5" presId="urn:microsoft.com/office/officeart/2005/8/layout/list1"/>
    <dgm:cxn modelId="{4E861D46-4702-4DA1-9C21-5B33D1F4C8D9}" type="presOf" srcId="{061A45E4-B8B0-4542-8C47-7C3209B21411}" destId="{6FC9D085-4500-441D-A64B-179569E216A5}" srcOrd="0" destOrd="0" presId="urn:microsoft.com/office/officeart/2005/8/layout/list1"/>
    <dgm:cxn modelId="{7D6FC467-7C82-40B2-9D4F-F0FE8F268146}" srcId="{453B8AC0-A4AE-4FE0-B6EE-3B7C2BB6C88E}" destId="{061A45E4-B8B0-4542-8C47-7C3209B21411}" srcOrd="0" destOrd="0" parTransId="{FB0AFFF6-3151-43F5-A518-7EBA32A54AE8}" sibTransId="{43E86A61-5BC5-4BCF-8D37-C4A21CFF2D8D}"/>
    <dgm:cxn modelId="{41EBAF72-E9EE-4ECC-ACE1-1234090EFDD6}" type="presOf" srcId="{4A4C3E11-33E9-4A42-BC90-D837E8B6F92B}" destId="{A98613E9-580F-4971-826C-278689E3856B}" srcOrd="0" destOrd="8" presId="urn:microsoft.com/office/officeart/2005/8/layout/list1"/>
    <dgm:cxn modelId="{753C3155-FCB1-477B-8294-E72D6897C5F8}" srcId="{2A15818B-0EFD-43AD-A9F5-7ECE80401DAF}" destId="{F1EF025B-D6A2-40A6-A467-3FE6507B75DC}" srcOrd="1" destOrd="0" parTransId="{7EF27B06-D04B-4169-B4CB-07B6CE743953}" sibTransId="{C9DB6CDD-9C4C-4897-A559-AEB135E88D32}"/>
    <dgm:cxn modelId="{A84F687C-6016-4FD4-A249-CC131A8206A3}" type="presOf" srcId="{D65CBD12-A53A-4F6F-9C10-9DB1B1A85DF5}" destId="{A98613E9-580F-4971-826C-278689E3856B}" srcOrd="0" destOrd="4" presId="urn:microsoft.com/office/officeart/2005/8/layout/list1"/>
    <dgm:cxn modelId="{E0F3EA81-1A9E-4339-A8D3-45D1ED7C4316}" type="presOf" srcId="{4CA5E9D5-54C6-468F-B097-3D92AF32A237}" destId="{FC724773-9F9E-4FBC-AFDC-C357F66C7521}" srcOrd="0" destOrd="0" presId="urn:microsoft.com/office/officeart/2005/8/layout/list1"/>
    <dgm:cxn modelId="{842E0E82-238E-4E77-BE05-BA299295CD3B}" type="presOf" srcId="{1ACF4777-F472-4974-B37D-9030E3D3A2DD}" destId="{A98613E9-580F-4971-826C-278689E3856B}" srcOrd="0" destOrd="10" presId="urn:microsoft.com/office/officeart/2005/8/layout/list1"/>
    <dgm:cxn modelId="{221E8882-4A57-4AE4-9C16-491537CAB3DC}" srcId="{4A4C3E11-33E9-4A42-BC90-D837E8B6F92B}" destId="{362A3F84-D4F8-4168-8258-FB3DF1A11270}" srcOrd="0" destOrd="0" parTransId="{692FD54B-33BA-4F74-A984-CBE984B9FABB}" sibTransId="{CF9EC79D-40B7-4174-B003-C79CBB03D7AF}"/>
    <dgm:cxn modelId="{B8B32C84-E040-45F4-A853-A87D212FDD96}" type="presOf" srcId="{453B8AC0-A4AE-4FE0-B6EE-3B7C2BB6C88E}" destId="{E76D2E1A-9D69-4671-B4AA-21778DB46E7A}" srcOrd="0" destOrd="0" presId="urn:microsoft.com/office/officeart/2005/8/layout/list1"/>
    <dgm:cxn modelId="{47CDC385-A628-449C-B5DC-A14E62390178}" srcId="{69F7487C-0E86-4A67-A614-A9CB2FDC24F0}" destId="{D65CBD12-A53A-4F6F-9C10-9DB1B1A85DF5}" srcOrd="3" destOrd="0" parTransId="{5043277A-25BD-4391-912E-BE2195D5C7AF}" sibTransId="{7CB06654-D135-45B7-93F5-66C7C1C121A7}"/>
    <dgm:cxn modelId="{17AC518D-0F34-4470-B791-B8B46639C888}" type="presOf" srcId="{362A3F84-D4F8-4168-8258-FB3DF1A11270}" destId="{A98613E9-580F-4971-826C-278689E3856B}" srcOrd="0" destOrd="9" presId="urn:microsoft.com/office/officeart/2005/8/layout/list1"/>
    <dgm:cxn modelId="{12B02C8E-EA13-4119-807E-1E494325018B}" type="presOf" srcId="{379BBC4A-EBFB-474B-904A-24AE20D2CC1A}" destId="{A98613E9-580F-4971-826C-278689E3856B}" srcOrd="0" destOrd="2" presId="urn:microsoft.com/office/officeart/2005/8/layout/list1"/>
    <dgm:cxn modelId="{C06B4298-B9CA-448D-83EA-35F993284423}" srcId="{061A45E4-B8B0-4542-8C47-7C3209B21411}" destId="{48AEF807-9E54-4652-9148-864235E7DAB0}" srcOrd="1" destOrd="0" parTransId="{84EB6CF3-976D-44D5-8DA1-5D339D6E039B}" sibTransId="{851F17E6-8D61-4905-A83E-73F82DEBFC5C}"/>
    <dgm:cxn modelId="{3E82609E-E1C1-4A36-AA90-D2C80AF836B3}" srcId="{EC0A2469-A19D-42F3-886D-8B29A64CE81D}" destId="{4A4C3E11-33E9-4A42-BC90-D837E8B6F92B}" srcOrd="2" destOrd="0" parTransId="{93F303C8-6334-482C-9EC1-E4FCB44D9C99}" sibTransId="{9200DA94-7D61-4933-ADF1-99A1A3687640}"/>
    <dgm:cxn modelId="{6FAFDD9F-A6D7-4C71-9815-E162B6424665}" type="presOf" srcId="{061A45E4-B8B0-4542-8C47-7C3209B21411}" destId="{720EA79C-8095-4D96-8401-7E444601C2A8}" srcOrd="1" destOrd="0" presId="urn:microsoft.com/office/officeart/2005/8/layout/list1"/>
    <dgm:cxn modelId="{AFB754A2-0255-4304-B31B-2BB68B777FC9}" type="presOf" srcId="{2A15818B-0EFD-43AD-A9F5-7ECE80401DAF}" destId="{2B751499-97B7-4AC5-B003-0BF3854D424B}" srcOrd="1" destOrd="0" presId="urn:microsoft.com/office/officeart/2005/8/layout/list1"/>
    <dgm:cxn modelId="{905EDAA3-2282-41CE-8FAD-8580E0EFC55E}" srcId="{69F7487C-0E86-4A67-A614-A9CB2FDC24F0}" destId="{733896A6-D731-4CF6-98F0-5F99AF7781B0}" srcOrd="2" destOrd="0" parTransId="{A13A0D61-C72D-41EF-9398-1F4001EE21C6}" sibTransId="{41F00E6A-B1EE-42CD-8A32-557B16F3AE8D}"/>
    <dgm:cxn modelId="{516783BA-BEA9-4DE2-B6E0-7471BB8758FF}" type="presOf" srcId="{B5D230BB-2A6A-4687-957C-2D5212D85CA6}" destId="{A98613E9-580F-4971-826C-278689E3856B}" srcOrd="0" destOrd="7" presId="urn:microsoft.com/office/officeart/2005/8/layout/list1"/>
    <dgm:cxn modelId="{AFDC1CBE-A5E9-47B2-A5B8-C80AA4420199}" srcId="{453B8AC0-A4AE-4FE0-B6EE-3B7C2BB6C88E}" destId="{2A15818B-0EFD-43AD-A9F5-7ECE80401DAF}" srcOrd="2" destOrd="0" parTransId="{6C163A35-FDE3-4316-B036-1AD21F8155FC}" sibTransId="{4D799511-3E2D-460E-A16A-812FE77C2F83}"/>
    <dgm:cxn modelId="{53F608C4-676C-4FD1-9D86-32CA4C8988AB}" type="presOf" srcId="{F1EF025B-D6A2-40A6-A467-3FE6507B75DC}" destId="{FC724773-9F9E-4FBC-AFDC-C357F66C7521}" srcOrd="0" destOrd="1" presId="urn:microsoft.com/office/officeart/2005/8/layout/list1"/>
    <dgm:cxn modelId="{899C9DCB-2A9B-4146-B479-37E6134E0FD3}" srcId="{453B8AC0-A4AE-4FE0-B6EE-3B7C2BB6C88E}" destId="{EC0A2469-A19D-42F3-886D-8B29A64CE81D}" srcOrd="1" destOrd="0" parTransId="{FC0C37AC-8291-4F50-A0E8-B308E41220EE}" sibTransId="{E144EAD8-99DD-4487-968F-4227021EA14E}"/>
    <dgm:cxn modelId="{ACB331D9-877F-458A-8FB6-1C1FD42B544D}" srcId="{4A4C3E11-33E9-4A42-BC90-D837E8B6F92B}" destId="{1ACF4777-F472-4974-B37D-9030E3D3A2DD}" srcOrd="1" destOrd="0" parTransId="{10E76625-E3B9-444D-B9B8-00F66021CB5F}" sibTransId="{92BB24BC-338A-42F1-9370-5A49EA77A6B2}"/>
    <dgm:cxn modelId="{A49664E4-B06B-4620-94A8-A1BBD16A6D8D}" srcId="{2A15818B-0EFD-43AD-A9F5-7ECE80401DAF}" destId="{4CA5E9D5-54C6-468F-B097-3D92AF32A237}" srcOrd="0" destOrd="0" parTransId="{DBA5748C-3091-4D03-8CAA-3ADB04DBA606}" sibTransId="{90246A6B-816F-440F-B33A-56FD93292CDF}"/>
    <dgm:cxn modelId="{A53A43F2-18E6-4BAB-BAC3-B64BC21BC13D}" srcId="{69F7487C-0E86-4A67-A614-A9CB2FDC24F0}" destId="{1EE2DF21-1660-47C0-A5D0-D3FB37C1AF28}" srcOrd="4" destOrd="0" parTransId="{CF53D5D9-2738-48E9-B706-58EA036E4E93}" sibTransId="{1909D87D-1B44-4453-B455-E3C398387B00}"/>
    <dgm:cxn modelId="{928057F3-E84A-4877-A760-380FCE2A1B23}" type="presOf" srcId="{F2426B4E-F440-4D0E-9BCA-C9D6291B8270}" destId="{FC724773-9F9E-4FBC-AFDC-C357F66C7521}" srcOrd="0" destOrd="2" presId="urn:microsoft.com/office/officeart/2005/8/layout/list1"/>
    <dgm:cxn modelId="{AC6C58FC-A61C-4A2A-A7E5-3FF5549A52D9}" srcId="{2A15818B-0EFD-43AD-A9F5-7ECE80401DAF}" destId="{F2426B4E-F440-4D0E-9BCA-C9D6291B8270}" srcOrd="2" destOrd="0" parTransId="{E9B96942-92D0-4C3C-AE7D-4FCD0B82DB7A}" sibTransId="{C177071A-A498-4506-84A4-910C6DA0A14F}"/>
    <dgm:cxn modelId="{47FF2C58-9342-4B66-8738-FDE50624805A}" type="presParOf" srcId="{E76D2E1A-9D69-4671-B4AA-21778DB46E7A}" destId="{FDB91CE2-738F-49E6-896B-4A818ACA3DB5}" srcOrd="0" destOrd="0" presId="urn:microsoft.com/office/officeart/2005/8/layout/list1"/>
    <dgm:cxn modelId="{E4DA8093-26E4-4130-9DE7-1E4E861495C3}" type="presParOf" srcId="{FDB91CE2-738F-49E6-896B-4A818ACA3DB5}" destId="{6FC9D085-4500-441D-A64B-179569E216A5}" srcOrd="0" destOrd="0" presId="urn:microsoft.com/office/officeart/2005/8/layout/list1"/>
    <dgm:cxn modelId="{71822215-A6CB-48DB-BB91-85C8C2999628}" type="presParOf" srcId="{FDB91CE2-738F-49E6-896B-4A818ACA3DB5}" destId="{720EA79C-8095-4D96-8401-7E444601C2A8}" srcOrd="1" destOrd="0" presId="urn:microsoft.com/office/officeart/2005/8/layout/list1"/>
    <dgm:cxn modelId="{AD0A3EAE-683D-4144-B2D2-8031E3910D63}" type="presParOf" srcId="{E76D2E1A-9D69-4671-B4AA-21778DB46E7A}" destId="{8FF8E95D-419C-465E-947D-90D895AF81F0}" srcOrd="1" destOrd="0" presId="urn:microsoft.com/office/officeart/2005/8/layout/list1"/>
    <dgm:cxn modelId="{2D9B6EE2-2A81-4C49-833C-BFE365E59095}" type="presParOf" srcId="{E76D2E1A-9D69-4671-B4AA-21778DB46E7A}" destId="{6E999617-098B-49F9-AF36-76417CDE7300}" srcOrd="2" destOrd="0" presId="urn:microsoft.com/office/officeart/2005/8/layout/list1"/>
    <dgm:cxn modelId="{C117EE90-9D21-4D9B-803A-9426D727463B}" type="presParOf" srcId="{E76D2E1A-9D69-4671-B4AA-21778DB46E7A}" destId="{D22CEC0B-9589-4D5C-AF76-B730209BE246}" srcOrd="3" destOrd="0" presId="urn:microsoft.com/office/officeart/2005/8/layout/list1"/>
    <dgm:cxn modelId="{AF43213A-99FC-40E6-8CD6-2A45FED862C5}" type="presParOf" srcId="{E76D2E1A-9D69-4671-B4AA-21778DB46E7A}" destId="{62C9B05C-10AC-4E9F-B95E-096700C33D4E}" srcOrd="4" destOrd="0" presId="urn:microsoft.com/office/officeart/2005/8/layout/list1"/>
    <dgm:cxn modelId="{7742B713-3D99-4BEC-B3DF-BA3AA3024873}" type="presParOf" srcId="{62C9B05C-10AC-4E9F-B95E-096700C33D4E}" destId="{4F391613-6E78-4DB6-9446-F9A3757F6444}" srcOrd="0" destOrd="0" presId="urn:microsoft.com/office/officeart/2005/8/layout/list1"/>
    <dgm:cxn modelId="{FE6904C9-D585-4267-8440-FE7C70CB9A98}" type="presParOf" srcId="{62C9B05C-10AC-4E9F-B95E-096700C33D4E}" destId="{7D78E633-796F-4B01-AB90-21205D758A9E}" srcOrd="1" destOrd="0" presId="urn:microsoft.com/office/officeart/2005/8/layout/list1"/>
    <dgm:cxn modelId="{E8CACB37-4AF2-4CE1-A1A3-71CE91834616}" type="presParOf" srcId="{E76D2E1A-9D69-4671-B4AA-21778DB46E7A}" destId="{BA5DEACE-758A-4353-9F2C-335ACCDA106E}" srcOrd="5" destOrd="0" presId="urn:microsoft.com/office/officeart/2005/8/layout/list1"/>
    <dgm:cxn modelId="{9618C4D7-2280-418B-AFE4-7038CB15C35B}" type="presParOf" srcId="{E76D2E1A-9D69-4671-B4AA-21778DB46E7A}" destId="{A98613E9-580F-4971-826C-278689E3856B}" srcOrd="6" destOrd="0" presId="urn:microsoft.com/office/officeart/2005/8/layout/list1"/>
    <dgm:cxn modelId="{9319D423-2615-40E0-A367-8385BB9FE405}" type="presParOf" srcId="{E76D2E1A-9D69-4671-B4AA-21778DB46E7A}" destId="{759934CC-01A5-4F7C-BAAF-128FA8A87EEB}" srcOrd="7" destOrd="0" presId="urn:microsoft.com/office/officeart/2005/8/layout/list1"/>
    <dgm:cxn modelId="{81D04F54-A7DC-495D-8226-A66EBD62810E}" type="presParOf" srcId="{E76D2E1A-9D69-4671-B4AA-21778DB46E7A}" destId="{8BD8107A-7374-4A94-9D9B-FDDB2D2C5E7D}" srcOrd="8" destOrd="0" presId="urn:microsoft.com/office/officeart/2005/8/layout/list1"/>
    <dgm:cxn modelId="{BA5FDE82-F032-46C1-ACFD-25605A677C24}" type="presParOf" srcId="{8BD8107A-7374-4A94-9D9B-FDDB2D2C5E7D}" destId="{93DE617D-E0C5-4C8D-86ED-986C099E78F6}" srcOrd="0" destOrd="0" presId="urn:microsoft.com/office/officeart/2005/8/layout/list1"/>
    <dgm:cxn modelId="{0D914743-66E3-4EA9-805D-B84698A190DB}" type="presParOf" srcId="{8BD8107A-7374-4A94-9D9B-FDDB2D2C5E7D}" destId="{2B751499-97B7-4AC5-B003-0BF3854D424B}" srcOrd="1" destOrd="0" presId="urn:microsoft.com/office/officeart/2005/8/layout/list1"/>
    <dgm:cxn modelId="{A2681853-7462-4651-B86C-82269C6A3A3D}" type="presParOf" srcId="{E76D2E1A-9D69-4671-B4AA-21778DB46E7A}" destId="{0AE89446-3AAC-4A2D-83F4-AE5D06DD57A5}" srcOrd="9" destOrd="0" presId="urn:microsoft.com/office/officeart/2005/8/layout/list1"/>
    <dgm:cxn modelId="{F25E4E95-A12A-4E85-914C-4E9A94E7603E}" type="presParOf" srcId="{E76D2E1A-9D69-4671-B4AA-21778DB46E7A}" destId="{FC724773-9F9E-4FBC-AFDC-C357F66C752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098444-ED17-47D1-A51E-B13B072ECFC3}" type="doc">
      <dgm:prSet loTypeId="urn:microsoft.com/office/officeart/2008/layout/PictureAccentLis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0AB34332-F05A-4708-BEB9-6108ED71ED37}">
      <dgm:prSet/>
      <dgm:spPr/>
      <dgm:t>
        <a:bodyPr/>
        <a:lstStyle/>
        <a:p>
          <a:r>
            <a:rPr lang="en-US" b="1"/>
            <a:t>Professional &amp; Scientific Fidelity</a:t>
          </a:r>
          <a:endParaRPr lang="en-US" b="1" dirty="0"/>
        </a:p>
      </dgm:t>
    </dgm:pt>
    <dgm:pt modelId="{E990D5A3-A874-47BD-851D-47198F93694F}" type="parTrans" cxnId="{78CA3CAA-2D11-4F36-8950-EEF8A0481467}">
      <dgm:prSet/>
      <dgm:spPr/>
      <dgm:t>
        <a:bodyPr/>
        <a:lstStyle/>
        <a:p>
          <a:endParaRPr lang="en-US"/>
        </a:p>
      </dgm:t>
    </dgm:pt>
    <dgm:pt modelId="{2A4E81AA-316F-470C-98EE-D3883934F430}" type="sibTrans" cxnId="{78CA3CAA-2D11-4F36-8950-EEF8A0481467}">
      <dgm:prSet/>
      <dgm:spPr/>
      <dgm:t>
        <a:bodyPr/>
        <a:lstStyle/>
        <a:p>
          <a:endParaRPr lang="en-US"/>
        </a:p>
      </dgm:t>
    </dgm:pt>
    <dgm:pt modelId="{B1CE40DC-1424-47E3-A9D1-9F7A69FF98A5}">
      <dgm:prSet/>
      <dgm:spPr/>
      <dgm:t>
        <a:bodyPr/>
        <a:lstStyle/>
        <a:p>
          <a:r>
            <a:rPr lang="en-US" b="1" dirty="0"/>
            <a:t>Domain-aware evaluation</a:t>
          </a:r>
          <a:r>
            <a:rPr lang="en-US" dirty="0"/>
            <a:t> for technical diagrams and scientific imagery</a:t>
          </a:r>
        </a:p>
      </dgm:t>
    </dgm:pt>
    <dgm:pt modelId="{9F01D147-A3A4-4251-9023-8966F04AF718}" type="parTrans" cxnId="{43C15D3D-8F20-4377-B302-A83228282872}">
      <dgm:prSet/>
      <dgm:spPr/>
      <dgm:t>
        <a:bodyPr/>
        <a:lstStyle/>
        <a:p>
          <a:endParaRPr lang="en-US"/>
        </a:p>
      </dgm:t>
    </dgm:pt>
    <dgm:pt modelId="{E3A29819-466B-4E83-A5B4-8CCA42C3FDE7}" type="sibTrans" cxnId="{43C15D3D-8F20-4377-B302-A83228282872}">
      <dgm:prSet/>
      <dgm:spPr/>
      <dgm:t>
        <a:bodyPr/>
        <a:lstStyle/>
        <a:p>
          <a:endParaRPr lang="en-US"/>
        </a:p>
      </dgm:t>
    </dgm:pt>
    <dgm:pt modelId="{2ED5E58C-E3E9-4E60-8A88-E981B95B7D0F}">
      <dgm:prSet/>
      <dgm:spPr/>
      <dgm:t>
        <a:bodyPr/>
        <a:lstStyle/>
        <a:p>
          <a:r>
            <a:rPr lang="en-US" b="1" dirty="0" err="1"/>
            <a:t>ProImage</a:t>
          </a:r>
          <a:r>
            <a:rPr lang="en-US" b="1" dirty="0"/>
            <a:t>-Bench</a:t>
          </a:r>
          <a:r>
            <a:rPr lang="en-US" dirty="0"/>
            <a:t>: hierarchical rubrics with thousands of criteria and binary checks</a:t>
          </a:r>
        </a:p>
      </dgm:t>
    </dgm:pt>
    <dgm:pt modelId="{F64D3418-8DDA-40EA-B4CB-3998015759F3}" type="parTrans" cxnId="{17D94002-6C42-4BAE-8C01-8797376B4AB9}">
      <dgm:prSet/>
      <dgm:spPr/>
      <dgm:t>
        <a:bodyPr/>
        <a:lstStyle/>
        <a:p>
          <a:endParaRPr lang="en-US"/>
        </a:p>
      </dgm:t>
    </dgm:pt>
    <dgm:pt modelId="{1D688421-3FD4-4BA9-B929-29793DEAE158}" type="sibTrans" cxnId="{17D94002-6C42-4BAE-8C01-8797376B4AB9}">
      <dgm:prSet/>
      <dgm:spPr/>
      <dgm:t>
        <a:bodyPr/>
        <a:lstStyle/>
        <a:p>
          <a:endParaRPr lang="en-US"/>
        </a:p>
      </dgm:t>
    </dgm:pt>
    <dgm:pt modelId="{E623F448-FE82-4656-8887-1B99A1B0AADF}">
      <dgm:prSet/>
      <dgm:spPr/>
      <dgm:t>
        <a:bodyPr/>
        <a:lstStyle/>
        <a:p>
          <a:r>
            <a:rPr lang="en-US" b="1" dirty="0"/>
            <a:t>Geometric &amp; spatial consistency</a:t>
          </a:r>
          <a:r>
            <a:rPr lang="en-US" dirty="0"/>
            <a:t> enabled by depth and metric estimation (e.g., monocular </a:t>
          </a:r>
          <a:r>
            <a:rPr lang="en-US"/>
            <a:t>depth)</a:t>
          </a:r>
          <a:endParaRPr lang="en-US" dirty="0"/>
        </a:p>
      </dgm:t>
    </dgm:pt>
    <dgm:pt modelId="{AE152675-CBF0-483A-A0C1-50AE6E53382B}" type="parTrans" cxnId="{3DA9C670-81CC-4FB7-8000-843ECF970FD4}">
      <dgm:prSet/>
      <dgm:spPr/>
      <dgm:t>
        <a:bodyPr/>
        <a:lstStyle/>
        <a:p>
          <a:endParaRPr lang="en-US"/>
        </a:p>
      </dgm:t>
    </dgm:pt>
    <dgm:pt modelId="{D4A88350-57F4-43B0-A471-EAA19A741E03}" type="sibTrans" cxnId="{3DA9C670-81CC-4FB7-8000-843ECF970FD4}">
      <dgm:prSet/>
      <dgm:spPr/>
      <dgm:t>
        <a:bodyPr/>
        <a:lstStyle/>
        <a:p>
          <a:endParaRPr lang="en-US"/>
        </a:p>
      </dgm:t>
    </dgm:pt>
    <dgm:pt modelId="{55DF07D9-0477-4DAF-A457-DBD76421EA85}">
      <dgm:prSet/>
      <dgm:spPr/>
      <dgm:t>
        <a:bodyPr/>
        <a:lstStyle/>
        <a:p>
          <a:r>
            <a:rPr lang="en-US" b="1" dirty="0"/>
            <a:t>Cultural Competence (</a:t>
          </a:r>
          <a:r>
            <a:rPr lang="en-US" b="1" dirty="0" err="1"/>
            <a:t>AHEaD</a:t>
          </a:r>
          <a:r>
            <a:rPr lang="en-US" b="1" dirty="0"/>
            <a:t> Framework)</a:t>
          </a:r>
        </a:p>
      </dgm:t>
    </dgm:pt>
    <dgm:pt modelId="{00D4E573-FCAE-4D57-AA9C-E1B08F8A7817}" type="parTrans" cxnId="{BEB74F53-4A52-4B7E-BDB4-AB976BE2E8FC}">
      <dgm:prSet/>
      <dgm:spPr/>
      <dgm:t>
        <a:bodyPr/>
        <a:lstStyle/>
        <a:p>
          <a:endParaRPr lang="en-US"/>
        </a:p>
      </dgm:t>
    </dgm:pt>
    <dgm:pt modelId="{528E441E-4EB0-4096-BF5F-E390D36F0677}" type="sibTrans" cxnId="{BEB74F53-4A52-4B7E-BDB4-AB976BE2E8FC}">
      <dgm:prSet/>
      <dgm:spPr/>
      <dgm:t>
        <a:bodyPr/>
        <a:lstStyle/>
        <a:p>
          <a:endParaRPr lang="en-US"/>
        </a:p>
      </dgm:t>
    </dgm:pt>
    <dgm:pt modelId="{96C87FF6-20DF-464F-A7ED-249D0F9A2431}">
      <dgm:prSet/>
      <dgm:spPr/>
      <dgm:t>
        <a:bodyPr/>
        <a:lstStyle/>
        <a:p>
          <a:r>
            <a:rPr lang="en-US" dirty="0"/>
            <a:t>Fidelity extends to </a:t>
          </a:r>
          <a:r>
            <a:rPr lang="en-US" b="1" dirty="0"/>
            <a:t>implicit cultural understanding</a:t>
          </a:r>
          <a:r>
            <a:rPr lang="en-US" dirty="0"/>
            <a:t>, not just explicit prompts</a:t>
          </a:r>
        </a:p>
      </dgm:t>
    </dgm:pt>
    <dgm:pt modelId="{ABDA2606-7B3B-4302-8A2F-25A1829DFD33}" type="parTrans" cxnId="{27FB77BF-2696-4F3A-82C4-AD21DA85E371}">
      <dgm:prSet/>
      <dgm:spPr/>
      <dgm:t>
        <a:bodyPr/>
        <a:lstStyle/>
        <a:p>
          <a:endParaRPr lang="en-US"/>
        </a:p>
      </dgm:t>
    </dgm:pt>
    <dgm:pt modelId="{092C4481-5303-40EB-B069-36CF0A8CCC07}" type="sibTrans" cxnId="{27FB77BF-2696-4F3A-82C4-AD21DA85E371}">
      <dgm:prSet/>
      <dgm:spPr/>
      <dgm:t>
        <a:bodyPr/>
        <a:lstStyle/>
        <a:p>
          <a:endParaRPr lang="en-US"/>
        </a:p>
      </dgm:t>
    </dgm:pt>
    <dgm:pt modelId="{CC8323F5-576F-49BD-8B66-9EA861BAAAF1}">
      <dgm:prSet/>
      <dgm:spPr/>
      <dgm:t>
        <a:bodyPr/>
        <a:lstStyle/>
        <a:p>
          <a:r>
            <a:rPr lang="en-US" b="1" dirty="0"/>
            <a:t>Alignment</a:t>
          </a:r>
          <a:r>
            <a:rPr lang="en-US" dirty="0"/>
            <a:t>: correct coverage of implied cultural concepts and activities</a:t>
          </a:r>
        </a:p>
      </dgm:t>
    </dgm:pt>
    <dgm:pt modelId="{EC175F87-CFA0-472C-B8DE-0BEEF3B70EE0}" type="parTrans" cxnId="{61E2EA31-F957-4BC6-BE88-631E8774B90A}">
      <dgm:prSet/>
      <dgm:spPr/>
      <dgm:t>
        <a:bodyPr/>
        <a:lstStyle/>
        <a:p>
          <a:endParaRPr lang="en-US"/>
        </a:p>
      </dgm:t>
    </dgm:pt>
    <dgm:pt modelId="{7DB5394B-BCD9-4798-A910-100F9BB3B6E1}" type="sibTrans" cxnId="{61E2EA31-F957-4BC6-BE88-631E8774B90A}">
      <dgm:prSet/>
      <dgm:spPr/>
      <dgm:t>
        <a:bodyPr/>
        <a:lstStyle/>
        <a:p>
          <a:endParaRPr lang="en-US"/>
        </a:p>
      </dgm:t>
    </dgm:pt>
    <dgm:pt modelId="{038160D2-8702-49D4-90E0-3F6ACB2F5771}">
      <dgm:prSet/>
      <dgm:spPr/>
      <dgm:t>
        <a:bodyPr/>
        <a:lstStyle/>
        <a:p>
          <a:r>
            <a:rPr lang="en-US" b="1" dirty="0"/>
            <a:t>Hallucination</a:t>
          </a:r>
          <a:r>
            <a:rPr lang="en-US" dirty="0"/>
            <a:t>: absence of incorrect or anachronistic cultural artifacts</a:t>
          </a:r>
        </a:p>
      </dgm:t>
    </dgm:pt>
    <dgm:pt modelId="{F99C983D-193C-4D62-BFBD-587752C328BE}" type="parTrans" cxnId="{ED3CF43D-1416-4E95-ACE1-FADE7B03D91F}">
      <dgm:prSet/>
      <dgm:spPr/>
      <dgm:t>
        <a:bodyPr/>
        <a:lstStyle/>
        <a:p>
          <a:endParaRPr lang="en-US"/>
        </a:p>
      </dgm:t>
    </dgm:pt>
    <dgm:pt modelId="{24366209-CFE8-4555-8DC0-BA07EACEB84C}" type="sibTrans" cxnId="{ED3CF43D-1416-4E95-ACE1-FADE7B03D91F}">
      <dgm:prSet/>
      <dgm:spPr/>
      <dgm:t>
        <a:bodyPr/>
        <a:lstStyle/>
        <a:p>
          <a:endParaRPr lang="en-US"/>
        </a:p>
      </dgm:t>
    </dgm:pt>
    <dgm:pt modelId="{49413772-3516-47B9-BE6E-9CB9F71B66F9}">
      <dgm:prSet/>
      <dgm:spPr/>
      <dgm:t>
        <a:bodyPr/>
        <a:lstStyle/>
        <a:p>
          <a:r>
            <a:rPr lang="en-US" b="1" dirty="0"/>
            <a:t>Exaggeration</a:t>
          </a:r>
          <a:r>
            <a:rPr lang="en-US" dirty="0"/>
            <a:t>: avoids caricature or distortion of real-world distributions</a:t>
          </a:r>
        </a:p>
      </dgm:t>
    </dgm:pt>
    <dgm:pt modelId="{58DA29C0-ABA5-4EC7-AEA7-103CB97F4A17}" type="parTrans" cxnId="{0ADDA6EE-B908-47A9-8393-8BFF993476AE}">
      <dgm:prSet/>
      <dgm:spPr/>
      <dgm:t>
        <a:bodyPr/>
        <a:lstStyle/>
        <a:p>
          <a:endParaRPr lang="en-US"/>
        </a:p>
      </dgm:t>
    </dgm:pt>
    <dgm:pt modelId="{EA0C5C13-3BA1-46F5-921A-D29DF537AC4A}" type="sibTrans" cxnId="{0ADDA6EE-B908-47A9-8393-8BFF993476AE}">
      <dgm:prSet/>
      <dgm:spPr/>
      <dgm:t>
        <a:bodyPr/>
        <a:lstStyle/>
        <a:p>
          <a:endParaRPr lang="en-US"/>
        </a:p>
      </dgm:t>
    </dgm:pt>
    <dgm:pt modelId="{65D7D0CE-5129-4F14-AA28-DB435DE30054}">
      <dgm:prSet/>
      <dgm:spPr/>
      <dgm:t>
        <a:bodyPr/>
        <a:lstStyle/>
        <a:p>
          <a:r>
            <a:rPr lang="en-US" b="1" dirty="0"/>
            <a:t>Diversity</a:t>
          </a:r>
          <a:r>
            <a:rPr lang="en-US" dirty="0"/>
            <a:t>: meaningful cultural variation beyond surface-level visuals</a:t>
          </a:r>
        </a:p>
      </dgm:t>
    </dgm:pt>
    <dgm:pt modelId="{4B42CD9E-7A11-467B-B477-A03B02585DBE}" type="parTrans" cxnId="{085C3003-53B1-418E-9F3B-D185D9201822}">
      <dgm:prSet/>
      <dgm:spPr/>
      <dgm:t>
        <a:bodyPr/>
        <a:lstStyle/>
        <a:p>
          <a:endParaRPr lang="en-US"/>
        </a:p>
      </dgm:t>
    </dgm:pt>
    <dgm:pt modelId="{3F87D68A-7E08-417B-8E44-5A6D17F42E8F}" type="sibTrans" cxnId="{085C3003-53B1-418E-9F3B-D185D9201822}">
      <dgm:prSet/>
      <dgm:spPr/>
      <dgm:t>
        <a:bodyPr/>
        <a:lstStyle/>
        <a:p>
          <a:endParaRPr lang="en-US"/>
        </a:p>
      </dgm:t>
    </dgm:pt>
    <dgm:pt modelId="{6B6B0E98-C684-404C-BF50-FD9369334EC2}" type="pres">
      <dgm:prSet presAssocID="{76098444-ED17-47D1-A51E-B13B072ECFC3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0CB573C5-8D80-42A5-A9C0-6B5CBD5A4716}" type="pres">
      <dgm:prSet presAssocID="{0AB34332-F05A-4708-BEB9-6108ED71ED37}" presName="root" presStyleCnt="0">
        <dgm:presLayoutVars>
          <dgm:chMax/>
          <dgm:chPref val="4"/>
        </dgm:presLayoutVars>
      </dgm:prSet>
      <dgm:spPr/>
    </dgm:pt>
    <dgm:pt modelId="{87F5EFFF-E8B0-49DC-82FE-D01414BA648C}" type="pres">
      <dgm:prSet presAssocID="{0AB34332-F05A-4708-BEB9-6108ED71ED37}" presName="rootComposite" presStyleCnt="0">
        <dgm:presLayoutVars/>
      </dgm:prSet>
      <dgm:spPr/>
    </dgm:pt>
    <dgm:pt modelId="{57979CFB-E510-48E1-AA0C-9BF7F4C52674}" type="pres">
      <dgm:prSet presAssocID="{0AB34332-F05A-4708-BEB9-6108ED71ED37}" presName="rootText" presStyleLbl="node0" presStyleIdx="0" presStyleCnt="2">
        <dgm:presLayoutVars>
          <dgm:chMax/>
          <dgm:chPref val="4"/>
        </dgm:presLayoutVars>
      </dgm:prSet>
      <dgm:spPr/>
    </dgm:pt>
    <dgm:pt modelId="{3A91F2FA-B4FB-431F-8C13-09EC1A3D055A}" type="pres">
      <dgm:prSet presAssocID="{0AB34332-F05A-4708-BEB9-6108ED71ED37}" presName="childShape" presStyleCnt="0">
        <dgm:presLayoutVars>
          <dgm:chMax val="0"/>
          <dgm:chPref val="0"/>
        </dgm:presLayoutVars>
      </dgm:prSet>
      <dgm:spPr/>
    </dgm:pt>
    <dgm:pt modelId="{AAE7CF8B-6278-4E0A-9DD5-03DD1553688D}" type="pres">
      <dgm:prSet presAssocID="{B1CE40DC-1424-47E3-A9D1-9F7A69FF98A5}" presName="childComposite" presStyleCnt="0">
        <dgm:presLayoutVars>
          <dgm:chMax val="0"/>
          <dgm:chPref val="0"/>
        </dgm:presLayoutVars>
      </dgm:prSet>
      <dgm:spPr/>
    </dgm:pt>
    <dgm:pt modelId="{FFDA0EC0-87D1-40A8-AAB4-509177F927AE}" type="pres">
      <dgm:prSet presAssocID="{B1CE40DC-1424-47E3-A9D1-9F7A69FF98A5}" presName="Image" presStyleLbl="node1" presStyleIdx="0" presStyleCnt="8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bacus outline"/>
        </a:ext>
      </dgm:extLst>
    </dgm:pt>
    <dgm:pt modelId="{6B115A0D-D511-40E8-8602-5AB9A58914D9}" type="pres">
      <dgm:prSet presAssocID="{B1CE40DC-1424-47E3-A9D1-9F7A69FF98A5}" presName="childText" presStyleLbl="lnNode1" presStyleIdx="0" presStyleCnt="8">
        <dgm:presLayoutVars>
          <dgm:chMax val="0"/>
          <dgm:chPref val="0"/>
          <dgm:bulletEnabled val="1"/>
        </dgm:presLayoutVars>
      </dgm:prSet>
      <dgm:spPr/>
    </dgm:pt>
    <dgm:pt modelId="{796A60B4-2221-45B6-8BE4-930AB144F19C}" type="pres">
      <dgm:prSet presAssocID="{2ED5E58C-E3E9-4E60-8A88-E981B95B7D0F}" presName="childComposite" presStyleCnt="0">
        <dgm:presLayoutVars>
          <dgm:chMax val="0"/>
          <dgm:chPref val="0"/>
        </dgm:presLayoutVars>
      </dgm:prSet>
      <dgm:spPr/>
    </dgm:pt>
    <dgm:pt modelId="{668E10B6-9F3F-4631-A7E4-16C0BAA39F5E}" type="pres">
      <dgm:prSet presAssocID="{2ED5E58C-E3E9-4E60-8A88-E981B95B7D0F}" presName="Image" presStyleLbl="node1" presStyleIdx="1" presStyleCnt="8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lterations &amp; Tailoring outline"/>
        </a:ext>
      </dgm:extLst>
    </dgm:pt>
    <dgm:pt modelId="{245E474C-4DC7-4C93-829C-D03947FAFDFB}" type="pres">
      <dgm:prSet presAssocID="{2ED5E58C-E3E9-4E60-8A88-E981B95B7D0F}" presName="childText" presStyleLbl="lnNode1" presStyleIdx="1" presStyleCnt="8">
        <dgm:presLayoutVars>
          <dgm:chMax val="0"/>
          <dgm:chPref val="0"/>
          <dgm:bulletEnabled val="1"/>
        </dgm:presLayoutVars>
      </dgm:prSet>
      <dgm:spPr/>
    </dgm:pt>
    <dgm:pt modelId="{E609C173-6740-4968-8E0F-10471B7E85EF}" type="pres">
      <dgm:prSet presAssocID="{E623F448-FE82-4656-8887-1B99A1B0AADF}" presName="childComposite" presStyleCnt="0">
        <dgm:presLayoutVars>
          <dgm:chMax val="0"/>
          <dgm:chPref val="0"/>
        </dgm:presLayoutVars>
      </dgm:prSet>
      <dgm:spPr/>
    </dgm:pt>
    <dgm:pt modelId="{4CFBD6EF-752F-4A68-984E-1211B59B5462}" type="pres">
      <dgm:prSet presAssocID="{E623F448-FE82-4656-8887-1B99A1B0AADF}" presName="Image" presStyleLbl="node1" presStyleIdx="2" presStyleCnt="8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griculture outline"/>
        </a:ext>
      </dgm:extLst>
    </dgm:pt>
    <dgm:pt modelId="{44163E97-F720-4C94-8A62-73ABF461FF93}" type="pres">
      <dgm:prSet presAssocID="{E623F448-FE82-4656-8887-1B99A1B0AADF}" presName="childText" presStyleLbl="lnNode1" presStyleIdx="2" presStyleCnt="8">
        <dgm:presLayoutVars>
          <dgm:chMax val="0"/>
          <dgm:chPref val="0"/>
          <dgm:bulletEnabled val="1"/>
        </dgm:presLayoutVars>
      </dgm:prSet>
      <dgm:spPr/>
    </dgm:pt>
    <dgm:pt modelId="{6A4E2B0D-31FA-4476-8189-9805D0AA6CC7}" type="pres">
      <dgm:prSet presAssocID="{55DF07D9-0477-4DAF-A457-DBD76421EA85}" presName="root" presStyleCnt="0">
        <dgm:presLayoutVars>
          <dgm:chMax/>
          <dgm:chPref val="4"/>
        </dgm:presLayoutVars>
      </dgm:prSet>
      <dgm:spPr/>
    </dgm:pt>
    <dgm:pt modelId="{E2D0A19C-FA9F-43C9-B7A5-B6E7F85BE0B2}" type="pres">
      <dgm:prSet presAssocID="{55DF07D9-0477-4DAF-A457-DBD76421EA85}" presName="rootComposite" presStyleCnt="0">
        <dgm:presLayoutVars/>
      </dgm:prSet>
      <dgm:spPr/>
    </dgm:pt>
    <dgm:pt modelId="{5E4BF99D-3D11-46A9-8B4C-ABD84630754B}" type="pres">
      <dgm:prSet presAssocID="{55DF07D9-0477-4DAF-A457-DBD76421EA85}" presName="rootText" presStyleLbl="node0" presStyleIdx="1" presStyleCnt="2">
        <dgm:presLayoutVars>
          <dgm:chMax/>
          <dgm:chPref val="4"/>
        </dgm:presLayoutVars>
      </dgm:prSet>
      <dgm:spPr/>
    </dgm:pt>
    <dgm:pt modelId="{1FFCA977-7314-45C4-A8D7-52A40779E949}" type="pres">
      <dgm:prSet presAssocID="{55DF07D9-0477-4DAF-A457-DBD76421EA85}" presName="childShape" presStyleCnt="0">
        <dgm:presLayoutVars>
          <dgm:chMax val="0"/>
          <dgm:chPref val="0"/>
        </dgm:presLayoutVars>
      </dgm:prSet>
      <dgm:spPr/>
    </dgm:pt>
    <dgm:pt modelId="{4DC042B4-BA46-4670-A5FC-BDCA40F136DF}" type="pres">
      <dgm:prSet presAssocID="{96C87FF6-20DF-464F-A7ED-249D0F9A2431}" presName="childComposite" presStyleCnt="0">
        <dgm:presLayoutVars>
          <dgm:chMax val="0"/>
          <dgm:chPref val="0"/>
        </dgm:presLayoutVars>
      </dgm:prSet>
      <dgm:spPr/>
    </dgm:pt>
    <dgm:pt modelId="{20EEC0F0-4A1B-46A4-BD12-136EEBCB0CA4}" type="pres">
      <dgm:prSet presAssocID="{96C87FF6-20DF-464F-A7ED-249D0F9A2431}" presName="Image" presStyleLbl="node1" presStyleIdx="3" presStyleCnt="8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nemone and clownfish outline"/>
        </a:ext>
      </dgm:extLst>
    </dgm:pt>
    <dgm:pt modelId="{8754EAAB-9B1E-4B3C-B20E-2432635EFB03}" type="pres">
      <dgm:prSet presAssocID="{96C87FF6-20DF-464F-A7ED-249D0F9A2431}" presName="childText" presStyleLbl="lnNode1" presStyleIdx="3" presStyleCnt="8">
        <dgm:presLayoutVars>
          <dgm:chMax val="0"/>
          <dgm:chPref val="0"/>
          <dgm:bulletEnabled val="1"/>
        </dgm:presLayoutVars>
      </dgm:prSet>
      <dgm:spPr/>
    </dgm:pt>
    <dgm:pt modelId="{F567444C-E5D2-4A7B-B620-365F938324B8}" type="pres">
      <dgm:prSet presAssocID="{CC8323F5-576F-49BD-8B66-9EA861BAAAF1}" presName="childComposite" presStyleCnt="0">
        <dgm:presLayoutVars>
          <dgm:chMax val="0"/>
          <dgm:chPref val="0"/>
        </dgm:presLayoutVars>
      </dgm:prSet>
      <dgm:spPr/>
    </dgm:pt>
    <dgm:pt modelId="{B81F48C2-9EE0-4AD0-A7F4-11E3EDBD3F5D}" type="pres">
      <dgm:prSet presAssocID="{CC8323F5-576F-49BD-8B66-9EA861BAAAF1}" presName="Image" presStyleLbl="node1" presStyleIdx="4" presStyleCnt="8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erture outline"/>
        </a:ext>
      </dgm:extLst>
    </dgm:pt>
    <dgm:pt modelId="{73DB29D8-C964-41A3-A4C1-2D114D0A383B}" type="pres">
      <dgm:prSet presAssocID="{CC8323F5-576F-49BD-8B66-9EA861BAAAF1}" presName="childText" presStyleLbl="lnNode1" presStyleIdx="4" presStyleCnt="8">
        <dgm:presLayoutVars>
          <dgm:chMax val="0"/>
          <dgm:chPref val="0"/>
          <dgm:bulletEnabled val="1"/>
        </dgm:presLayoutVars>
      </dgm:prSet>
      <dgm:spPr/>
    </dgm:pt>
    <dgm:pt modelId="{9FD104D4-964E-4D8E-B09F-3E3FF04EACF6}" type="pres">
      <dgm:prSet presAssocID="{038160D2-8702-49D4-90E0-3F6ACB2F5771}" presName="childComposite" presStyleCnt="0">
        <dgm:presLayoutVars>
          <dgm:chMax val="0"/>
          <dgm:chPref val="0"/>
        </dgm:presLayoutVars>
      </dgm:prSet>
      <dgm:spPr/>
    </dgm:pt>
    <dgm:pt modelId="{DB940792-11CA-4679-8729-EB14EF5408F6}" type="pres">
      <dgm:prSet presAssocID="{038160D2-8702-49D4-90E0-3F6ACB2F5771}" presName="Image" presStyleLbl="node1" presStyleIdx="5" presStyleCnt="8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dress Book outline"/>
        </a:ext>
      </dgm:extLst>
    </dgm:pt>
    <dgm:pt modelId="{85E65972-CD44-46DA-9BF0-6461694E4932}" type="pres">
      <dgm:prSet presAssocID="{038160D2-8702-49D4-90E0-3F6ACB2F5771}" presName="childText" presStyleLbl="lnNode1" presStyleIdx="5" presStyleCnt="8">
        <dgm:presLayoutVars>
          <dgm:chMax val="0"/>
          <dgm:chPref val="0"/>
          <dgm:bulletEnabled val="1"/>
        </dgm:presLayoutVars>
      </dgm:prSet>
      <dgm:spPr/>
    </dgm:pt>
    <dgm:pt modelId="{3A0F9BC2-C85F-4F1B-BB5C-119700B4202C}" type="pres">
      <dgm:prSet presAssocID="{49413772-3516-47B9-BE6E-9CB9F71B66F9}" presName="childComposite" presStyleCnt="0">
        <dgm:presLayoutVars>
          <dgm:chMax val="0"/>
          <dgm:chPref val="0"/>
        </dgm:presLayoutVars>
      </dgm:prSet>
      <dgm:spPr/>
    </dgm:pt>
    <dgm:pt modelId="{9F81E4EA-D7DD-4FE8-83E0-DF187A55784B}" type="pres">
      <dgm:prSet presAssocID="{49413772-3516-47B9-BE6E-9CB9F71B66F9}" presName="Image" presStyleLbl="node1" presStyleIdx="6" presStyleCnt="8"/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3d Glasses outline"/>
        </a:ext>
      </dgm:extLst>
    </dgm:pt>
    <dgm:pt modelId="{CBB54C42-D401-4AD9-A822-5E959D0831A9}" type="pres">
      <dgm:prSet presAssocID="{49413772-3516-47B9-BE6E-9CB9F71B66F9}" presName="childText" presStyleLbl="lnNode1" presStyleIdx="6" presStyleCnt="8">
        <dgm:presLayoutVars>
          <dgm:chMax val="0"/>
          <dgm:chPref val="0"/>
          <dgm:bulletEnabled val="1"/>
        </dgm:presLayoutVars>
      </dgm:prSet>
      <dgm:spPr/>
    </dgm:pt>
    <dgm:pt modelId="{5D4835B6-5AF2-4D7B-B749-45A46D78836E}" type="pres">
      <dgm:prSet presAssocID="{65D7D0CE-5129-4F14-AA28-DB435DE30054}" presName="childComposite" presStyleCnt="0">
        <dgm:presLayoutVars>
          <dgm:chMax val="0"/>
          <dgm:chPref val="0"/>
        </dgm:presLayoutVars>
      </dgm:prSet>
      <dgm:spPr/>
    </dgm:pt>
    <dgm:pt modelId="{43A154EA-504D-4F2F-AB33-63650607240E}" type="pres">
      <dgm:prSet presAssocID="{65D7D0CE-5129-4F14-AA28-DB435DE30054}" presName="Image" presStyleLbl="node1" presStyleIdx="7" presStyleCnt="8"/>
      <dgm:spPr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lterations &amp; Tailoring outline"/>
        </a:ext>
      </dgm:extLst>
    </dgm:pt>
    <dgm:pt modelId="{8C0F26C0-86B9-4A98-9F61-F532458E8C4B}" type="pres">
      <dgm:prSet presAssocID="{65D7D0CE-5129-4F14-AA28-DB435DE30054}" presName="childText" presStyleLbl="ln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17D94002-6C42-4BAE-8C01-8797376B4AB9}" srcId="{0AB34332-F05A-4708-BEB9-6108ED71ED37}" destId="{2ED5E58C-E3E9-4E60-8A88-E981B95B7D0F}" srcOrd="1" destOrd="0" parTransId="{F64D3418-8DDA-40EA-B4CB-3998015759F3}" sibTransId="{1D688421-3FD4-4BA9-B929-29793DEAE158}"/>
    <dgm:cxn modelId="{085C3003-53B1-418E-9F3B-D185D9201822}" srcId="{55DF07D9-0477-4DAF-A457-DBD76421EA85}" destId="{65D7D0CE-5129-4F14-AA28-DB435DE30054}" srcOrd="4" destOrd="0" parTransId="{4B42CD9E-7A11-467B-B477-A03B02585DBE}" sibTransId="{3F87D68A-7E08-417B-8E44-5A6D17F42E8F}"/>
    <dgm:cxn modelId="{998C2105-7569-4D8C-8A9A-B62CD01D91F2}" type="presOf" srcId="{E623F448-FE82-4656-8887-1B99A1B0AADF}" destId="{44163E97-F720-4C94-8A62-73ABF461FF93}" srcOrd="0" destOrd="0" presId="urn:microsoft.com/office/officeart/2008/layout/PictureAccentList"/>
    <dgm:cxn modelId="{A9362C1D-564D-4E6D-97B2-6C5AA0011370}" type="presOf" srcId="{65D7D0CE-5129-4F14-AA28-DB435DE30054}" destId="{8C0F26C0-86B9-4A98-9F61-F532458E8C4B}" srcOrd="0" destOrd="0" presId="urn:microsoft.com/office/officeart/2008/layout/PictureAccentList"/>
    <dgm:cxn modelId="{2D7A4B27-076A-4D40-A2A9-C5179AF7B598}" type="presOf" srcId="{038160D2-8702-49D4-90E0-3F6ACB2F5771}" destId="{85E65972-CD44-46DA-9BF0-6461694E4932}" srcOrd="0" destOrd="0" presId="urn:microsoft.com/office/officeart/2008/layout/PictureAccentList"/>
    <dgm:cxn modelId="{61E2EA31-F957-4BC6-BE88-631E8774B90A}" srcId="{55DF07D9-0477-4DAF-A457-DBD76421EA85}" destId="{CC8323F5-576F-49BD-8B66-9EA861BAAAF1}" srcOrd="1" destOrd="0" parTransId="{EC175F87-CFA0-472C-B8DE-0BEEF3B70EE0}" sibTransId="{7DB5394B-BCD9-4798-A910-100F9BB3B6E1}"/>
    <dgm:cxn modelId="{4D21CB33-39DE-487A-854D-A56BD725A1ED}" type="presOf" srcId="{49413772-3516-47B9-BE6E-9CB9F71B66F9}" destId="{CBB54C42-D401-4AD9-A822-5E959D0831A9}" srcOrd="0" destOrd="0" presId="urn:microsoft.com/office/officeart/2008/layout/PictureAccentList"/>
    <dgm:cxn modelId="{43C15D3D-8F20-4377-B302-A83228282872}" srcId="{0AB34332-F05A-4708-BEB9-6108ED71ED37}" destId="{B1CE40DC-1424-47E3-A9D1-9F7A69FF98A5}" srcOrd="0" destOrd="0" parTransId="{9F01D147-A3A4-4251-9023-8966F04AF718}" sibTransId="{E3A29819-466B-4E83-A5B4-8CCA42C3FDE7}"/>
    <dgm:cxn modelId="{23CB9A3D-4080-40D3-AAED-A1F0DDEAE724}" type="presOf" srcId="{55DF07D9-0477-4DAF-A457-DBD76421EA85}" destId="{5E4BF99D-3D11-46A9-8B4C-ABD84630754B}" srcOrd="0" destOrd="0" presId="urn:microsoft.com/office/officeart/2008/layout/PictureAccentList"/>
    <dgm:cxn modelId="{ED3CF43D-1416-4E95-ACE1-FADE7B03D91F}" srcId="{55DF07D9-0477-4DAF-A457-DBD76421EA85}" destId="{038160D2-8702-49D4-90E0-3F6ACB2F5771}" srcOrd="2" destOrd="0" parTransId="{F99C983D-193C-4D62-BFBD-587752C328BE}" sibTransId="{24366209-CFE8-4555-8DC0-BA07EACEB84C}"/>
    <dgm:cxn modelId="{7179A246-FE56-426F-871D-D1A95CE64F08}" type="presOf" srcId="{2ED5E58C-E3E9-4E60-8A88-E981B95B7D0F}" destId="{245E474C-4DC7-4C93-829C-D03947FAFDFB}" srcOrd="0" destOrd="0" presId="urn:microsoft.com/office/officeart/2008/layout/PictureAccentList"/>
    <dgm:cxn modelId="{E9D5AD6A-1013-44F0-AEB5-1E610497B1CA}" type="presOf" srcId="{CC8323F5-576F-49BD-8B66-9EA861BAAAF1}" destId="{73DB29D8-C964-41A3-A4C1-2D114D0A383B}" srcOrd="0" destOrd="0" presId="urn:microsoft.com/office/officeart/2008/layout/PictureAccentList"/>
    <dgm:cxn modelId="{FD54676D-0E98-469E-B7B6-0464B29772CC}" type="presOf" srcId="{0AB34332-F05A-4708-BEB9-6108ED71ED37}" destId="{57979CFB-E510-48E1-AA0C-9BF7F4C52674}" srcOrd="0" destOrd="0" presId="urn:microsoft.com/office/officeart/2008/layout/PictureAccentList"/>
    <dgm:cxn modelId="{3DA9C670-81CC-4FB7-8000-843ECF970FD4}" srcId="{0AB34332-F05A-4708-BEB9-6108ED71ED37}" destId="{E623F448-FE82-4656-8887-1B99A1B0AADF}" srcOrd="2" destOrd="0" parTransId="{AE152675-CBF0-483A-A0C1-50AE6E53382B}" sibTransId="{D4A88350-57F4-43B0-A471-EAA19A741E03}"/>
    <dgm:cxn modelId="{BEB74F53-4A52-4B7E-BDB4-AB976BE2E8FC}" srcId="{76098444-ED17-47D1-A51E-B13B072ECFC3}" destId="{55DF07D9-0477-4DAF-A457-DBD76421EA85}" srcOrd="1" destOrd="0" parTransId="{00D4E573-FCAE-4D57-AA9C-E1B08F8A7817}" sibTransId="{528E441E-4EB0-4096-BF5F-E390D36F0677}"/>
    <dgm:cxn modelId="{2B412792-568C-43A6-8AD8-40C116FB8D22}" type="presOf" srcId="{96C87FF6-20DF-464F-A7ED-249D0F9A2431}" destId="{8754EAAB-9B1E-4B3C-B20E-2432635EFB03}" srcOrd="0" destOrd="0" presId="urn:microsoft.com/office/officeart/2008/layout/PictureAccentList"/>
    <dgm:cxn modelId="{BC9D1B99-BB57-4C33-BD87-9A5327A834CA}" type="presOf" srcId="{B1CE40DC-1424-47E3-A9D1-9F7A69FF98A5}" destId="{6B115A0D-D511-40E8-8602-5AB9A58914D9}" srcOrd="0" destOrd="0" presId="urn:microsoft.com/office/officeart/2008/layout/PictureAccentList"/>
    <dgm:cxn modelId="{78CA3CAA-2D11-4F36-8950-EEF8A0481467}" srcId="{76098444-ED17-47D1-A51E-B13B072ECFC3}" destId="{0AB34332-F05A-4708-BEB9-6108ED71ED37}" srcOrd="0" destOrd="0" parTransId="{E990D5A3-A874-47BD-851D-47198F93694F}" sibTransId="{2A4E81AA-316F-470C-98EE-D3883934F430}"/>
    <dgm:cxn modelId="{27FB77BF-2696-4F3A-82C4-AD21DA85E371}" srcId="{55DF07D9-0477-4DAF-A457-DBD76421EA85}" destId="{96C87FF6-20DF-464F-A7ED-249D0F9A2431}" srcOrd="0" destOrd="0" parTransId="{ABDA2606-7B3B-4302-8A2F-25A1829DFD33}" sibTransId="{092C4481-5303-40EB-B069-36CF0A8CCC07}"/>
    <dgm:cxn modelId="{81CD41E8-DD7A-43E0-A21A-45655C29717F}" type="presOf" srcId="{76098444-ED17-47D1-A51E-B13B072ECFC3}" destId="{6B6B0E98-C684-404C-BF50-FD9369334EC2}" srcOrd="0" destOrd="0" presId="urn:microsoft.com/office/officeart/2008/layout/PictureAccentList"/>
    <dgm:cxn modelId="{0ADDA6EE-B908-47A9-8393-8BFF993476AE}" srcId="{55DF07D9-0477-4DAF-A457-DBD76421EA85}" destId="{49413772-3516-47B9-BE6E-9CB9F71B66F9}" srcOrd="3" destOrd="0" parTransId="{58DA29C0-ABA5-4EC7-AEA7-103CB97F4A17}" sibTransId="{EA0C5C13-3BA1-46F5-921A-D29DF537AC4A}"/>
    <dgm:cxn modelId="{2704A9A5-4340-4F80-B8F5-B5F4D5BE24D6}" type="presParOf" srcId="{6B6B0E98-C684-404C-BF50-FD9369334EC2}" destId="{0CB573C5-8D80-42A5-A9C0-6B5CBD5A4716}" srcOrd="0" destOrd="0" presId="urn:microsoft.com/office/officeart/2008/layout/PictureAccentList"/>
    <dgm:cxn modelId="{79756031-0D66-41E4-9581-0F318749D6B1}" type="presParOf" srcId="{0CB573C5-8D80-42A5-A9C0-6B5CBD5A4716}" destId="{87F5EFFF-E8B0-49DC-82FE-D01414BA648C}" srcOrd="0" destOrd="0" presId="urn:microsoft.com/office/officeart/2008/layout/PictureAccentList"/>
    <dgm:cxn modelId="{624FE003-1AC2-4809-B869-53081BD7A188}" type="presParOf" srcId="{87F5EFFF-E8B0-49DC-82FE-D01414BA648C}" destId="{57979CFB-E510-48E1-AA0C-9BF7F4C52674}" srcOrd="0" destOrd="0" presId="urn:microsoft.com/office/officeart/2008/layout/PictureAccentList"/>
    <dgm:cxn modelId="{CE22A49E-97F3-4761-B7B4-6D91927253CC}" type="presParOf" srcId="{0CB573C5-8D80-42A5-A9C0-6B5CBD5A4716}" destId="{3A91F2FA-B4FB-431F-8C13-09EC1A3D055A}" srcOrd="1" destOrd="0" presId="urn:microsoft.com/office/officeart/2008/layout/PictureAccentList"/>
    <dgm:cxn modelId="{2B9C7F62-BFB7-4DAC-9B0E-EC43D4DEA5F3}" type="presParOf" srcId="{3A91F2FA-B4FB-431F-8C13-09EC1A3D055A}" destId="{AAE7CF8B-6278-4E0A-9DD5-03DD1553688D}" srcOrd="0" destOrd="0" presId="urn:microsoft.com/office/officeart/2008/layout/PictureAccentList"/>
    <dgm:cxn modelId="{EDE01C63-7697-400B-BAED-E6BFFDC51CFA}" type="presParOf" srcId="{AAE7CF8B-6278-4E0A-9DD5-03DD1553688D}" destId="{FFDA0EC0-87D1-40A8-AAB4-509177F927AE}" srcOrd="0" destOrd="0" presId="urn:microsoft.com/office/officeart/2008/layout/PictureAccentList"/>
    <dgm:cxn modelId="{E41ED7F1-B596-40DE-8FCA-8A2E206082EC}" type="presParOf" srcId="{AAE7CF8B-6278-4E0A-9DD5-03DD1553688D}" destId="{6B115A0D-D511-40E8-8602-5AB9A58914D9}" srcOrd="1" destOrd="0" presId="urn:microsoft.com/office/officeart/2008/layout/PictureAccentList"/>
    <dgm:cxn modelId="{EC332068-F06E-4532-8B13-F125A2BCC71D}" type="presParOf" srcId="{3A91F2FA-B4FB-431F-8C13-09EC1A3D055A}" destId="{796A60B4-2221-45B6-8BE4-930AB144F19C}" srcOrd="1" destOrd="0" presId="urn:microsoft.com/office/officeart/2008/layout/PictureAccentList"/>
    <dgm:cxn modelId="{4799B0BA-CFCD-47BD-82B3-144C91CC342A}" type="presParOf" srcId="{796A60B4-2221-45B6-8BE4-930AB144F19C}" destId="{668E10B6-9F3F-4631-A7E4-16C0BAA39F5E}" srcOrd="0" destOrd="0" presId="urn:microsoft.com/office/officeart/2008/layout/PictureAccentList"/>
    <dgm:cxn modelId="{AAAD69E4-0C59-4561-A66E-9AA748F3F2A9}" type="presParOf" srcId="{796A60B4-2221-45B6-8BE4-930AB144F19C}" destId="{245E474C-4DC7-4C93-829C-D03947FAFDFB}" srcOrd="1" destOrd="0" presId="urn:microsoft.com/office/officeart/2008/layout/PictureAccentList"/>
    <dgm:cxn modelId="{635E86F0-8A57-46E1-B04F-F33F4A4CF6B7}" type="presParOf" srcId="{3A91F2FA-B4FB-431F-8C13-09EC1A3D055A}" destId="{E609C173-6740-4968-8E0F-10471B7E85EF}" srcOrd="2" destOrd="0" presId="urn:microsoft.com/office/officeart/2008/layout/PictureAccentList"/>
    <dgm:cxn modelId="{7B851BB6-0113-4E7F-A2A1-39F76637A783}" type="presParOf" srcId="{E609C173-6740-4968-8E0F-10471B7E85EF}" destId="{4CFBD6EF-752F-4A68-984E-1211B59B5462}" srcOrd="0" destOrd="0" presId="urn:microsoft.com/office/officeart/2008/layout/PictureAccentList"/>
    <dgm:cxn modelId="{5595473B-E2D2-4C86-A257-5B816D41F28E}" type="presParOf" srcId="{E609C173-6740-4968-8E0F-10471B7E85EF}" destId="{44163E97-F720-4C94-8A62-73ABF461FF93}" srcOrd="1" destOrd="0" presId="urn:microsoft.com/office/officeart/2008/layout/PictureAccentList"/>
    <dgm:cxn modelId="{8ECBD48D-D827-4D98-ABE8-D246026CB19F}" type="presParOf" srcId="{6B6B0E98-C684-404C-BF50-FD9369334EC2}" destId="{6A4E2B0D-31FA-4476-8189-9805D0AA6CC7}" srcOrd="1" destOrd="0" presId="urn:microsoft.com/office/officeart/2008/layout/PictureAccentList"/>
    <dgm:cxn modelId="{0384F00C-6843-4FAC-917B-9F5254B2FFBB}" type="presParOf" srcId="{6A4E2B0D-31FA-4476-8189-9805D0AA6CC7}" destId="{E2D0A19C-FA9F-43C9-B7A5-B6E7F85BE0B2}" srcOrd="0" destOrd="0" presId="urn:microsoft.com/office/officeart/2008/layout/PictureAccentList"/>
    <dgm:cxn modelId="{AEB91312-142D-4D03-BC8F-56AAF08D6FE0}" type="presParOf" srcId="{E2D0A19C-FA9F-43C9-B7A5-B6E7F85BE0B2}" destId="{5E4BF99D-3D11-46A9-8B4C-ABD84630754B}" srcOrd="0" destOrd="0" presId="urn:microsoft.com/office/officeart/2008/layout/PictureAccentList"/>
    <dgm:cxn modelId="{CA96BB4F-77C0-4820-88CC-7247C650C7B4}" type="presParOf" srcId="{6A4E2B0D-31FA-4476-8189-9805D0AA6CC7}" destId="{1FFCA977-7314-45C4-A8D7-52A40779E949}" srcOrd="1" destOrd="0" presId="urn:microsoft.com/office/officeart/2008/layout/PictureAccentList"/>
    <dgm:cxn modelId="{1A7E19ED-E27F-4AD3-B0A9-CD8D7F9555CA}" type="presParOf" srcId="{1FFCA977-7314-45C4-A8D7-52A40779E949}" destId="{4DC042B4-BA46-4670-A5FC-BDCA40F136DF}" srcOrd="0" destOrd="0" presId="urn:microsoft.com/office/officeart/2008/layout/PictureAccentList"/>
    <dgm:cxn modelId="{BD16AADE-F6BC-4FC7-AF4B-4A6852053EE7}" type="presParOf" srcId="{4DC042B4-BA46-4670-A5FC-BDCA40F136DF}" destId="{20EEC0F0-4A1B-46A4-BD12-136EEBCB0CA4}" srcOrd="0" destOrd="0" presId="urn:microsoft.com/office/officeart/2008/layout/PictureAccentList"/>
    <dgm:cxn modelId="{49540929-B3D0-4837-A1DB-DBE554197A99}" type="presParOf" srcId="{4DC042B4-BA46-4670-A5FC-BDCA40F136DF}" destId="{8754EAAB-9B1E-4B3C-B20E-2432635EFB03}" srcOrd="1" destOrd="0" presId="urn:microsoft.com/office/officeart/2008/layout/PictureAccentList"/>
    <dgm:cxn modelId="{4C0DF05B-5B69-4A36-BDF6-3063FA1FF391}" type="presParOf" srcId="{1FFCA977-7314-45C4-A8D7-52A40779E949}" destId="{F567444C-E5D2-4A7B-B620-365F938324B8}" srcOrd="1" destOrd="0" presId="urn:microsoft.com/office/officeart/2008/layout/PictureAccentList"/>
    <dgm:cxn modelId="{ECB3889B-DFBA-489B-8485-A9897575FD4F}" type="presParOf" srcId="{F567444C-E5D2-4A7B-B620-365F938324B8}" destId="{B81F48C2-9EE0-4AD0-A7F4-11E3EDBD3F5D}" srcOrd="0" destOrd="0" presId="urn:microsoft.com/office/officeart/2008/layout/PictureAccentList"/>
    <dgm:cxn modelId="{73834C25-0FC1-490A-9DB4-6911594763B5}" type="presParOf" srcId="{F567444C-E5D2-4A7B-B620-365F938324B8}" destId="{73DB29D8-C964-41A3-A4C1-2D114D0A383B}" srcOrd="1" destOrd="0" presId="urn:microsoft.com/office/officeart/2008/layout/PictureAccentList"/>
    <dgm:cxn modelId="{B7D821F0-84DC-4248-A2FF-753B0078C3A5}" type="presParOf" srcId="{1FFCA977-7314-45C4-A8D7-52A40779E949}" destId="{9FD104D4-964E-4D8E-B09F-3E3FF04EACF6}" srcOrd="2" destOrd="0" presId="urn:microsoft.com/office/officeart/2008/layout/PictureAccentList"/>
    <dgm:cxn modelId="{6F9A63E4-2F95-40FE-9CC1-4BEF9ED805A5}" type="presParOf" srcId="{9FD104D4-964E-4D8E-B09F-3E3FF04EACF6}" destId="{DB940792-11CA-4679-8729-EB14EF5408F6}" srcOrd="0" destOrd="0" presId="urn:microsoft.com/office/officeart/2008/layout/PictureAccentList"/>
    <dgm:cxn modelId="{BDE119F5-20B4-4FE2-8195-DFC38CB9BD8A}" type="presParOf" srcId="{9FD104D4-964E-4D8E-B09F-3E3FF04EACF6}" destId="{85E65972-CD44-46DA-9BF0-6461694E4932}" srcOrd="1" destOrd="0" presId="urn:microsoft.com/office/officeart/2008/layout/PictureAccentList"/>
    <dgm:cxn modelId="{324C7109-996E-46E8-B8E7-41FC7F28E6F6}" type="presParOf" srcId="{1FFCA977-7314-45C4-A8D7-52A40779E949}" destId="{3A0F9BC2-C85F-4F1B-BB5C-119700B4202C}" srcOrd="3" destOrd="0" presId="urn:microsoft.com/office/officeart/2008/layout/PictureAccentList"/>
    <dgm:cxn modelId="{79128337-182C-4495-BAE7-0676E71382D3}" type="presParOf" srcId="{3A0F9BC2-C85F-4F1B-BB5C-119700B4202C}" destId="{9F81E4EA-D7DD-4FE8-83E0-DF187A55784B}" srcOrd="0" destOrd="0" presId="urn:microsoft.com/office/officeart/2008/layout/PictureAccentList"/>
    <dgm:cxn modelId="{407F0AF3-3DC6-40CC-85C0-2A734C84F559}" type="presParOf" srcId="{3A0F9BC2-C85F-4F1B-BB5C-119700B4202C}" destId="{CBB54C42-D401-4AD9-A822-5E959D0831A9}" srcOrd="1" destOrd="0" presId="urn:microsoft.com/office/officeart/2008/layout/PictureAccentList"/>
    <dgm:cxn modelId="{265B94DC-F9B6-4E72-B0BD-BD3EF839B495}" type="presParOf" srcId="{1FFCA977-7314-45C4-A8D7-52A40779E949}" destId="{5D4835B6-5AF2-4D7B-B749-45A46D78836E}" srcOrd="4" destOrd="0" presId="urn:microsoft.com/office/officeart/2008/layout/PictureAccentList"/>
    <dgm:cxn modelId="{6D588D38-80DD-4092-B9B5-9715D0F1AD94}" type="presParOf" srcId="{5D4835B6-5AF2-4D7B-B749-45A46D78836E}" destId="{43A154EA-504D-4F2F-AB33-63650607240E}" srcOrd="0" destOrd="0" presId="urn:microsoft.com/office/officeart/2008/layout/PictureAccentList"/>
    <dgm:cxn modelId="{2AE2F946-A1A6-49AC-B0BE-42CE3B293404}" type="presParOf" srcId="{5D4835B6-5AF2-4D7B-B749-45A46D78836E}" destId="{8C0F26C0-86B9-4A98-9F61-F532458E8C4B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0B9CFB-7213-4DCF-8C66-943EDDCE7DC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46A81B-8743-45ED-8B10-4C745D18632F}">
      <dgm:prSet phldrT="[Text]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b="1" dirty="0"/>
            <a:t>Tier 1 North Star Metrics</a:t>
          </a:r>
          <a:r>
            <a:rPr lang="en-US" dirty="0"/>
            <a:t>(Final Sign-Off)</a:t>
          </a:r>
        </a:p>
      </dgm:t>
    </dgm:pt>
    <dgm:pt modelId="{6C82E632-B179-41F5-9724-3507858CD374}" type="parTrans" cxnId="{47BD5711-95DE-4901-9AA8-17EF84F78165}">
      <dgm:prSet/>
      <dgm:spPr/>
      <dgm:t>
        <a:bodyPr/>
        <a:lstStyle/>
        <a:p>
          <a:endParaRPr lang="en-US"/>
        </a:p>
      </dgm:t>
    </dgm:pt>
    <dgm:pt modelId="{CFAF8413-72E9-4EEA-906F-78B78EDBBC25}" type="sibTrans" cxnId="{47BD5711-95DE-4901-9AA8-17EF84F78165}">
      <dgm:prSet/>
      <dgm:spPr/>
      <dgm:t>
        <a:bodyPr/>
        <a:lstStyle/>
        <a:p>
          <a:endParaRPr lang="en-US"/>
        </a:p>
      </dgm:t>
    </dgm:pt>
    <dgm:pt modelId="{3870FBD0-702A-4768-84ED-27E14D555522}">
      <dgm:prSet custT="1"/>
      <dgm:spPr/>
      <dgm:t>
        <a:bodyPr/>
        <a:lstStyle/>
        <a:p>
          <a:pPr>
            <a:buNone/>
          </a:pPr>
          <a:r>
            <a:rPr lang="en-US" sz="1200" b="1" kern="1200" dirty="0">
              <a:latin typeface="+mn-lt"/>
            </a:rPr>
            <a:t>Soft-TIFA GM </a:t>
          </a:r>
          <a:r>
            <a:rPr lang="en-US" sz="1200" b="0" kern="1200" dirty="0">
              <a:latin typeface="+mn-lt"/>
            </a:rPr>
            <a:t>(Primary Decision Metric)</a:t>
          </a:r>
        </a:p>
      </dgm:t>
    </dgm:pt>
    <dgm:pt modelId="{1B002953-C80C-4F15-9C13-B5AB40FCB9C6}" type="parTrans" cxnId="{0DE4F1D5-77E3-4BD8-A653-4345D9C5089B}">
      <dgm:prSet/>
      <dgm:spPr/>
      <dgm:t>
        <a:bodyPr/>
        <a:lstStyle/>
        <a:p>
          <a:endParaRPr lang="en-US"/>
        </a:p>
      </dgm:t>
    </dgm:pt>
    <dgm:pt modelId="{4E84A1B5-4C0C-42AD-A7B5-78D0EF95318B}" type="sibTrans" cxnId="{0DE4F1D5-77E3-4BD8-A653-4345D9C5089B}">
      <dgm:prSet/>
      <dgm:spPr/>
      <dgm:t>
        <a:bodyPr/>
        <a:lstStyle/>
        <a:p>
          <a:endParaRPr lang="en-US"/>
        </a:p>
      </dgm:t>
    </dgm:pt>
    <dgm:pt modelId="{AB1FEA84-EA72-4E05-A4F7-6796491632A0}">
      <dgm:prSet/>
      <dgm:spPr/>
      <dgm:t>
        <a:bodyPr/>
        <a:lstStyle/>
        <a:p>
          <a:r>
            <a:rPr lang="en-US" b="1"/>
            <a:t>Tier 2 Supporting Metrics: </a:t>
          </a:r>
          <a:endParaRPr lang="en-US" b="1" dirty="0"/>
        </a:p>
      </dgm:t>
    </dgm:pt>
    <dgm:pt modelId="{80105A73-79BC-48D4-9BED-833FD83702DF}" type="parTrans" cxnId="{4A0CCC75-9002-4AF2-B3EF-DC3ED184843E}">
      <dgm:prSet/>
      <dgm:spPr/>
      <dgm:t>
        <a:bodyPr/>
        <a:lstStyle/>
        <a:p>
          <a:endParaRPr lang="en-US"/>
        </a:p>
      </dgm:t>
    </dgm:pt>
    <dgm:pt modelId="{8989AF2B-24DD-4A22-8B1E-FCE9AB7E3338}" type="sibTrans" cxnId="{4A0CCC75-9002-4AF2-B3EF-DC3ED184843E}">
      <dgm:prSet/>
      <dgm:spPr/>
      <dgm:t>
        <a:bodyPr/>
        <a:lstStyle/>
        <a:p>
          <a:endParaRPr lang="en-US"/>
        </a:p>
      </dgm:t>
    </dgm:pt>
    <dgm:pt modelId="{FDF4A66E-41FD-426C-82F5-D08AE0124B66}">
      <dgm:prSet custT="1"/>
      <dgm:spPr/>
      <dgm:t>
        <a:bodyPr/>
        <a:lstStyle/>
        <a:p>
          <a:r>
            <a:rPr lang="en-US" sz="1200" dirty="0" err="1"/>
            <a:t>VQAScore</a:t>
          </a:r>
          <a:r>
            <a:rPr lang="en-US" sz="1200" dirty="0"/>
            <a:t>: Optimized for low-latency production gatekeeping and real-time alignment screening</a:t>
          </a:r>
        </a:p>
      </dgm:t>
    </dgm:pt>
    <dgm:pt modelId="{35D20BE7-653A-4C84-B277-4116E124964B}" type="parTrans" cxnId="{D8B6E509-AC49-4459-BCA1-4135E0DB5D7E}">
      <dgm:prSet/>
      <dgm:spPr/>
      <dgm:t>
        <a:bodyPr/>
        <a:lstStyle/>
        <a:p>
          <a:endParaRPr lang="en-US"/>
        </a:p>
      </dgm:t>
    </dgm:pt>
    <dgm:pt modelId="{F4D64E31-9C0C-4F60-90CD-49C717AFF2B8}" type="sibTrans" cxnId="{D8B6E509-AC49-4459-BCA1-4135E0DB5D7E}">
      <dgm:prSet/>
      <dgm:spPr/>
      <dgm:t>
        <a:bodyPr/>
        <a:lstStyle/>
        <a:p>
          <a:endParaRPr lang="en-US"/>
        </a:p>
      </dgm:t>
    </dgm:pt>
    <dgm:pt modelId="{672EBBF1-4249-424A-AF99-65E6F250C7E8}">
      <dgm:prSet custT="1"/>
      <dgm:spPr/>
      <dgm:t>
        <a:bodyPr/>
        <a:lstStyle/>
        <a:p>
          <a:r>
            <a:rPr lang="en-US" sz="1200" b="0" dirty="0" err="1"/>
            <a:t>VPEval</a:t>
          </a:r>
          <a:r>
            <a:rPr lang="en-US" sz="1200" b="0" dirty="0"/>
            <a:t>: Provides an Explainability Layer via visual programming, allowing developers to debug failures by tracing evaluation programs </a:t>
          </a:r>
        </a:p>
      </dgm:t>
    </dgm:pt>
    <dgm:pt modelId="{7C9052AF-A367-4588-A090-6E293E730CD7}" type="parTrans" cxnId="{E1369A56-4424-49E8-B89C-7777A1FBC546}">
      <dgm:prSet/>
      <dgm:spPr/>
      <dgm:t>
        <a:bodyPr/>
        <a:lstStyle/>
        <a:p>
          <a:endParaRPr lang="en-US"/>
        </a:p>
      </dgm:t>
    </dgm:pt>
    <dgm:pt modelId="{4C6715F6-6C26-447F-BE3F-6A8C64F01527}" type="sibTrans" cxnId="{E1369A56-4424-49E8-B89C-7777A1FBC546}">
      <dgm:prSet/>
      <dgm:spPr/>
      <dgm:t>
        <a:bodyPr/>
        <a:lstStyle/>
        <a:p>
          <a:endParaRPr lang="en-US"/>
        </a:p>
      </dgm:t>
    </dgm:pt>
    <dgm:pt modelId="{1DE7A25B-E889-4ABB-98FF-ABF05C3809CA}">
      <dgm:prSet custT="1"/>
      <dgm:spPr/>
      <dgm:t>
        <a:bodyPr/>
        <a:lstStyle/>
        <a:p>
          <a:r>
            <a:rPr lang="en-US" sz="1200" dirty="0"/>
            <a:t>T2ISafety: Utilized for structured hierarchical audits of toxicity, fairness, and privacy dimensions </a:t>
          </a:r>
        </a:p>
      </dgm:t>
    </dgm:pt>
    <dgm:pt modelId="{9BF9969D-A22D-4ED9-8A1A-3A80E912D2B6}" type="parTrans" cxnId="{CBFB7E37-14D9-48E1-91F5-9AF5F02C4213}">
      <dgm:prSet/>
      <dgm:spPr/>
      <dgm:t>
        <a:bodyPr/>
        <a:lstStyle/>
        <a:p>
          <a:endParaRPr lang="en-US"/>
        </a:p>
      </dgm:t>
    </dgm:pt>
    <dgm:pt modelId="{52617B82-7BF3-4F48-8F80-2A05475E5711}" type="sibTrans" cxnId="{CBFB7E37-14D9-48E1-91F5-9AF5F02C4213}">
      <dgm:prSet/>
      <dgm:spPr/>
      <dgm:t>
        <a:bodyPr/>
        <a:lstStyle/>
        <a:p>
          <a:endParaRPr lang="en-US"/>
        </a:p>
      </dgm:t>
    </dgm:pt>
    <dgm:pt modelId="{4FAA404E-5DD9-4350-9620-28FC500B48DE}">
      <dgm:prSet custT="1"/>
      <dgm:spPr/>
      <dgm:t>
        <a:bodyPr/>
        <a:lstStyle/>
        <a:p>
          <a:r>
            <a:rPr lang="en-US" sz="1200" dirty="0" err="1"/>
            <a:t>AHEaD</a:t>
          </a:r>
          <a:r>
            <a:rPr lang="en-US" sz="1200" dirty="0"/>
            <a:t>: The primary metric for cultural activity alignment and prevention of caricature exaggeration</a:t>
          </a:r>
        </a:p>
      </dgm:t>
    </dgm:pt>
    <dgm:pt modelId="{6DC7D298-25EE-49BB-8375-F5251307BF1B}" type="parTrans" cxnId="{1AE625DF-9B68-4225-B3D5-EFD1D075D3B1}">
      <dgm:prSet/>
      <dgm:spPr/>
      <dgm:t>
        <a:bodyPr/>
        <a:lstStyle/>
        <a:p>
          <a:endParaRPr lang="en-US"/>
        </a:p>
      </dgm:t>
    </dgm:pt>
    <dgm:pt modelId="{2B3F5F63-6EF9-4FA1-AEEE-EFD552AB953C}" type="sibTrans" cxnId="{1AE625DF-9B68-4225-B3D5-EFD1D075D3B1}">
      <dgm:prSet/>
      <dgm:spPr/>
      <dgm:t>
        <a:bodyPr/>
        <a:lstStyle/>
        <a:p>
          <a:endParaRPr lang="en-US"/>
        </a:p>
      </dgm:t>
    </dgm:pt>
    <dgm:pt modelId="{9B0EF826-6C18-4334-8778-399F287098D6}">
      <dgm:prSet custT="1"/>
      <dgm:spPr/>
      <dgm:t>
        <a:bodyPr/>
        <a:lstStyle/>
        <a:p>
          <a:r>
            <a:rPr lang="en-US" sz="1200" dirty="0"/>
            <a:t>VLM-as-a-Judge: Evaluates </a:t>
          </a:r>
          <a:r>
            <a:rPr lang="en-US" sz="1200" i="1" dirty="0"/>
            <a:t>implicit reasoning</a:t>
          </a:r>
          <a:r>
            <a:rPr lang="en-US" sz="1200" dirty="0"/>
            <a:t>, consistency, and commonsense</a:t>
          </a:r>
        </a:p>
      </dgm:t>
    </dgm:pt>
    <dgm:pt modelId="{5E806915-3281-4C8A-9660-8A7C405E67F8}" type="parTrans" cxnId="{6421AFF5-CBCE-4816-AF04-9CA7CBE4B060}">
      <dgm:prSet/>
      <dgm:spPr/>
      <dgm:t>
        <a:bodyPr/>
        <a:lstStyle/>
        <a:p>
          <a:endParaRPr lang="en-US"/>
        </a:p>
      </dgm:t>
    </dgm:pt>
    <dgm:pt modelId="{867FB53D-151D-4141-8051-4315CF98FF6A}" type="sibTrans" cxnId="{6421AFF5-CBCE-4816-AF04-9CA7CBE4B060}">
      <dgm:prSet/>
      <dgm:spPr/>
      <dgm:t>
        <a:bodyPr/>
        <a:lstStyle/>
        <a:p>
          <a:endParaRPr lang="en-US"/>
        </a:p>
      </dgm:t>
    </dgm:pt>
    <dgm:pt modelId="{09C20541-9021-47E1-BBEB-B4DDE0BBFC70}">
      <dgm:prSet/>
      <dgm:spPr/>
      <dgm:t>
        <a:bodyPr/>
        <a:lstStyle/>
        <a:p>
          <a:r>
            <a:rPr lang="en-US" b="1" dirty="0"/>
            <a:t>Tier 3: The Calibration Core (Judge Integrity)</a:t>
          </a:r>
        </a:p>
      </dgm:t>
    </dgm:pt>
    <dgm:pt modelId="{D61EB323-A120-478A-B9AD-1F0E5AD3D0D7}" type="parTrans" cxnId="{062630E8-BDED-4ED0-B33D-5D07712C8092}">
      <dgm:prSet/>
      <dgm:spPr/>
      <dgm:t>
        <a:bodyPr/>
        <a:lstStyle/>
        <a:p>
          <a:endParaRPr lang="en-US"/>
        </a:p>
      </dgm:t>
    </dgm:pt>
    <dgm:pt modelId="{222E2A71-C7F2-4793-ADAA-48F7127CF073}" type="sibTrans" cxnId="{062630E8-BDED-4ED0-B33D-5D07712C8092}">
      <dgm:prSet/>
      <dgm:spPr/>
      <dgm:t>
        <a:bodyPr/>
        <a:lstStyle/>
        <a:p>
          <a:endParaRPr lang="en-US"/>
        </a:p>
      </dgm:t>
    </dgm:pt>
    <dgm:pt modelId="{17461D41-7964-4B8C-8983-BD4B6E856CF3}">
      <dgm:prSet custT="1"/>
      <dgm:spPr/>
      <dgm:t>
        <a:bodyPr/>
        <a:lstStyle/>
        <a:p>
          <a:r>
            <a:rPr lang="en-US" sz="1200" dirty="0"/>
            <a:t>This tier functions as the meta-evaluation layer of the system.</a:t>
          </a:r>
        </a:p>
      </dgm:t>
    </dgm:pt>
    <dgm:pt modelId="{0E74569A-BFE6-409A-A2FD-6EFFD8970882}" type="parTrans" cxnId="{34449C1C-59AB-4805-B54E-DBAD7EFA0863}">
      <dgm:prSet/>
      <dgm:spPr/>
      <dgm:t>
        <a:bodyPr/>
        <a:lstStyle/>
        <a:p>
          <a:endParaRPr lang="en-US"/>
        </a:p>
      </dgm:t>
    </dgm:pt>
    <dgm:pt modelId="{1889DA48-F42C-4EA4-AB59-7A476BD4C8EB}" type="sibTrans" cxnId="{34449C1C-59AB-4805-B54E-DBAD7EFA0863}">
      <dgm:prSet/>
      <dgm:spPr/>
      <dgm:t>
        <a:bodyPr/>
        <a:lstStyle/>
        <a:p>
          <a:endParaRPr lang="en-US"/>
        </a:p>
      </dgm:t>
    </dgm:pt>
    <dgm:pt modelId="{5E3A4649-7FFE-405E-9267-1452A63C2A7B}">
      <dgm:prSet custT="1"/>
      <dgm:spPr/>
      <dgm:t>
        <a:bodyPr/>
        <a:lstStyle/>
        <a:p>
          <a:r>
            <a:rPr lang="en-US" sz="1200" dirty="0"/>
            <a:t>Its objective is not to assess model outputs directly, but to continuously evaluate and calibrate the automated judge itself — ensuring Stability across backbone updates, Calibration consistency, Drift detection and Robustness against evaluator bias.</a:t>
          </a:r>
        </a:p>
      </dgm:t>
    </dgm:pt>
    <dgm:pt modelId="{173CB345-3D37-4A89-8FAE-CAC90DD4B859}" type="parTrans" cxnId="{900B4096-0E94-4BDE-9360-13FDFCF14F67}">
      <dgm:prSet/>
      <dgm:spPr/>
      <dgm:t>
        <a:bodyPr/>
        <a:lstStyle/>
        <a:p>
          <a:endParaRPr lang="en-US"/>
        </a:p>
      </dgm:t>
    </dgm:pt>
    <dgm:pt modelId="{7AF99458-7B0A-4521-95A8-2433AFAF35B5}" type="sibTrans" cxnId="{900B4096-0E94-4BDE-9360-13FDFCF14F67}">
      <dgm:prSet/>
      <dgm:spPr/>
      <dgm:t>
        <a:bodyPr/>
        <a:lstStyle/>
        <a:p>
          <a:endParaRPr lang="en-US"/>
        </a:p>
      </dgm:t>
    </dgm:pt>
    <dgm:pt modelId="{22649628-0205-42A1-98C1-76ABF253E2A3}">
      <dgm:prSet custT="1"/>
      <dgm:spPr/>
      <dgm:t>
        <a:bodyPr/>
        <a:lstStyle/>
        <a:p>
          <a:r>
            <a:rPr lang="en-US" sz="1200" kern="1200" dirty="0">
              <a:latin typeface="+mn-lt"/>
            </a:rPr>
            <a:t>DSG Score: Employed for validating complex relational logic with high structural robustness.</a:t>
          </a:r>
        </a:p>
      </dgm:t>
    </dgm:pt>
    <dgm:pt modelId="{AE3B1B7A-2ED6-43E9-A0EC-F8D5A4DEBEF1}" type="parTrans" cxnId="{C62B3DCE-0251-4066-8803-9F16B364796E}">
      <dgm:prSet/>
      <dgm:spPr/>
      <dgm:t>
        <a:bodyPr/>
        <a:lstStyle/>
        <a:p>
          <a:endParaRPr lang="en-US"/>
        </a:p>
      </dgm:t>
    </dgm:pt>
    <dgm:pt modelId="{3BAB4A8A-5C3C-49C6-8C2B-3688A89D1D86}" type="sibTrans" cxnId="{C62B3DCE-0251-4066-8803-9F16B364796E}">
      <dgm:prSet/>
      <dgm:spPr/>
      <dgm:t>
        <a:bodyPr/>
        <a:lstStyle/>
        <a:p>
          <a:endParaRPr lang="en-US"/>
        </a:p>
      </dgm:t>
    </dgm:pt>
    <dgm:pt modelId="{864BACC7-CCF3-4DB2-9F67-27BF178D32EF}">
      <dgm:prSet custT="1"/>
      <dgm:spPr/>
      <dgm:t>
        <a:bodyPr/>
        <a:lstStyle/>
        <a:p>
          <a:r>
            <a:rPr lang="en-US" sz="1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PSG Score: A fine-grained visual metric that constructs scene graphs from panoptic segmentation outputs to assess object identities, attributes, and relational consistency. </a:t>
          </a:r>
          <a:endParaRPr lang="en-US" sz="1200" kern="1200" dirty="0">
            <a:latin typeface="+mn-lt"/>
          </a:endParaRPr>
        </a:p>
      </dgm:t>
    </dgm:pt>
    <dgm:pt modelId="{5E86A7CD-786C-4807-B21D-6F48AEF5D995}" type="parTrans" cxnId="{AD7EF0EF-EC7B-445D-9F09-1CA4CA4FC6E1}">
      <dgm:prSet/>
      <dgm:spPr/>
      <dgm:t>
        <a:bodyPr/>
        <a:lstStyle/>
        <a:p>
          <a:endParaRPr lang="en-US"/>
        </a:p>
      </dgm:t>
    </dgm:pt>
    <dgm:pt modelId="{CAE7E758-826A-48DA-9535-E13BECE15A4A}" type="sibTrans" cxnId="{AD7EF0EF-EC7B-445D-9F09-1CA4CA4FC6E1}">
      <dgm:prSet/>
      <dgm:spPr/>
      <dgm:t>
        <a:bodyPr/>
        <a:lstStyle/>
        <a:p>
          <a:endParaRPr lang="en-US"/>
        </a:p>
      </dgm:t>
    </dgm:pt>
    <dgm:pt modelId="{AFEA00BE-7E69-4A33-B3F1-D780D8B65B6B}">
      <dgm:prSet custT="1"/>
      <dgm:spPr/>
      <dgm:t>
        <a:bodyPr/>
        <a:lstStyle/>
        <a:p>
          <a:r>
            <a:rPr lang="en-US" sz="1200" kern="1200" dirty="0">
              <a:latin typeface="+mn-lt"/>
            </a:rPr>
            <a:t> Atomic decomposition with geometric mean aggregation, Penalizes any single prompt violation, 94.5% AUROC vs human judgment</a:t>
          </a:r>
        </a:p>
      </dgm:t>
    </dgm:pt>
    <dgm:pt modelId="{2E6680EB-7FB9-44D7-AF02-6D836A041D41}" type="parTrans" cxnId="{59B2EEC5-AEBB-495E-9154-99222F290886}">
      <dgm:prSet/>
      <dgm:spPr/>
      <dgm:t>
        <a:bodyPr/>
        <a:lstStyle/>
        <a:p>
          <a:endParaRPr lang="en-US"/>
        </a:p>
      </dgm:t>
    </dgm:pt>
    <dgm:pt modelId="{BC51F044-6384-4AFC-9AA9-0FFE88EB85E4}" type="sibTrans" cxnId="{59B2EEC5-AEBB-495E-9154-99222F290886}">
      <dgm:prSet/>
      <dgm:spPr/>
      <dgm:t>
        <a:bodyPr/>
        <a:lstStyle/>
        <a:p>
          <a:endParaRPr lang="en-US"/>
        </a:p>
      </dgm:t>
    </dgm:pt>
    <dgm:pt modelId="{B2652540-C181-4D45-8ACF-872AF8F42753}">
      <dgm:prSet custT="1"/>
      <dgm:spPr/>
      <dgm:t>
        <a:bodyPr/>
        <a:lstStyle/>
        <a:p>
          <a:pPr>
            <a:buNone/>
          </a:pPr>
          <a:r>
            <a:rPr lang="en-US" sz="1200" b="1" kern="1200" dirty="0">
              <a:latin typeface="+mn-lt"/>
            </a:rPr>
            <a:t>Structural Validation </a:t>
          </a:r>
          <a:r>
            <a:rPr lang="en-US" sz="1200" b="0" kern="1200" dirty="0">
              <a:latin typeface="+mn-lt"/>
            </a:rPr>
            <a:t>References (Used as complementary validation layers)</a:t>
          </a:r>
        </a:p>
      </dgm:t>
    </dgm:pt>
    <dgm:pt modelId="{E04D66C2-F0FE-4366-93CA-66AF4023E250}" type="parTrans" cxnId="{E6AD2BB5-D7EC-4977-A54C-5233DA990659}">
      <dgm:prSet/>
      <dgm:spPr/>
      <dgm:t>
        <a:bodyPr/>
        <a:lstStyle/>
        <a:p>
          <a:endParaRPr lang="en-US"/>
        </a:p>
      </dgm:t>
    </dgm:pt>
    <dgm:pt modelId="{86B56FA6-F6B5-43DC-9CE8-77D132F1FF36}" type="sibTrans" cxnId="{E6AD2BB5-D7EC-4977-A54C-5233DA990659}">
      <dgm:prSet/>
      <dgm:spPr/>
      <dgm:t>
        <a:bodyPr/>
        <a:lstStyle/>
        <a:p>
          <a:endParaRPr lang="en-US"/>
        </a:p>
      </dgm:t>
    </dgm:pt>
    <dgm:pt modelId="{269C1D35-9CA6-4477-9240-F5D967C1C953}">
      <dgm:prSet custT="1"/>
      <dgm:spPr/>
      <dgm:t>
        <a:bodyPr/>
        <a:lstStyle/>
        <a:p>
          <a:r>
            <a:rPr lang="en-US" sz="1200" dirty="0"/>
            <a:t>This tier safeguards long-term reliability and prevents evaluator drift from compromising system integrity</a:t>
          </a:r>
          <a:r>
            <a:rPr lang="en-US" sz="1300" dirty="0"/>
            <a:t>.</a:t>
          </a:r>
        </a:p>
      </dgm:t>
    </dgm:pt>
    <dgm:pt modelId="{082BED73-7FC9-429C-8D30-FC00EB75646F}" type="parTrans" cxnId="{F3C9BF96-9212-4FAC-ADF1-A02966AFDFC2}">
      <dgm:prSet/>
      <dgm:spPr/>
      <dgm:t>
        <a:bodyPr/>
        <a:lstStyle/>
        <a:p>
          <a:endParaRPr lang="en-US"/>
        </a:p>
      </dgm:t>
    </dgm:pt>
    <dgm:pt modelId="{7527C7FF-C5A8-4007-B808-D1F231922674}" type="sibTrans" cxnId="{F3C9BF96-9212-4FAC-ADF1-A02966AFDFC2}">
      <dgm:prSet/>
      <dgm:spPr/>
      <dgm:t>
        <a:bodyPr/>
        <a:lstStyle/>
        <a:p>
          <a:endParaRPr lang="en-US"/>
        </a:p>
      </dgm:t>
    </dgm:pt>
    <dgm:pt modelId="{BA9F011E-7DAB-456D-81AC-78D519BF0025}" type="pres">
      <dgm:prSet presAssocID="{4B0B9CFB-7213-4DCF-8C66-943EDDCE7DC5}" presName="linear" presStyleCnt="0">
        <dgm:presLayoutVars>
          <dgm:animLvl val="lvl"/>
          <dgm:resizeHandles val="exact"/>
        </dgm:presLayoutVars>
      </dgm:prSet>
      <dgm:spPr/>
    </dgm:pt>
    <dgm:pt modelId="{9325FB6D-24E4-4AF4-98C9-80B9789E15B9}" type="pres">
      <dgm:prSet presAssocID="{4046A81B-8743-45ED-8B10-4C745D18632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FEC1FCC-B733-4AFC-BD03-56F48A59476F}" type="pres">
      <dgm:prSet presAssocID="{4046A81B-8743-45ED-8B10-4C745D18632F}" presName="childText" presStyleLbl="revTx" presStyleIdx="0" presStyleCnt="3">
        <dgm:presLayoutVars>
          <dgm:bulletEnabled val="1"/>
        </dgm:presLayoutVars>
      </dgm:prSet>
      <dgm:spPr/>
    </dgm:pt>
    <dgm:pt modelId="{05D73472-0A4B-4075-95FF-3F6BA487A705}" type="pres">
      <dgm:prSet presAssocID="{AB1FEA84-EA72-4E05-A4F7-6796491632A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E945BEC-1936-4E90-9F21-8EF956DBD9B1}" type="pres">
      <dgm:prSet presAssocID="{AB1FEA84-EA72-4E05-A4F7-6796491632A0}" presName="childText" presStyleLbl="revTx" presStyleIdx="1" presStyleCnt="3">
        <dgm:presLayoutVars>
          <dgm:bulletEnabled val="1"/>
        </dgm:presLayoutVars>
      </dgm:prSet>
      <dgm:spPr/>
    </dgm:pt>
    <dgm:pt modelId="{B3EFFC59-19D9-41C4-8339-874F0FAFA761}" type="pres">
      <dgm:prSet presAssocID="{09C20541-9021-47E1-BBEB-B4DDE0BBFC7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6C6DDC1-45F3-401C-907D-0ECF9B4A5849}" type="pres">
      <dgm:prSet presAssocID="{09C20541-9021-47E1-BBEB-B4DDE0BBFC70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0ABD801-A68E-4A79-8990-F167943FD980}" type="presOf" srcId="{17461D41-7964-4B8C-8983-BD4B6E856CF3}" destId="{96C6DDC1-45F3-401C-907D-0ECF9B4A5849}" srcOrd="0" destOrd="0" presId="urn:microsoft.com/office/officeart/2005/8/layout/vList2"/>
    <dgm:cxn modelId="{D8B6E509-AC49-4459-BCA1-4135E0DB5D7E}" srcId="{AB1FEA84-EA72-4E05-A4F7-6796491632A0}" destId="{FDF4A66E-41FD-426C-82F5-D08AE0124B66}" srcOrd="0" destOrd="0" parTransId="{35D20BE7-653A-4C84-B277-4116E124964B}" sibTransId="{F4D64E31-9C0C-4F60-90CD-49C717AFF2B8}"/>
    <dgm:cxn modelId="{4E61600C-1290-412A-94A1-46AEA7F04603}" type="presOf" srcId="{5E3A4649-7FFE-405E-9267-1452A63C2A7B}" destId="{96C6DDC1-45F3-401C-907D-0ECF9B4A5849}" srcOrd="0" destOrd="1" presId="urn:microsoft.com/office/officeart/2005/8/layout/vList2"/>
    <dgm:cxn modelId="{47BD5711-95DE-4901-9AA8-17EF84F78165}" srcId="{4B0B9CFB-7213-4DCF-8C66-943EDDCE7DC5}" destId="{4046A81B-8743-45ED-8B10-4C745D18632F}" srcOrd="0" destOrd="0" parTransId="{6C82E632-B179-41F5-9724-3507858CD374}" sibTransId="{CFAF8413-72E9-4EEA-906F-78B78EDBBC25}"/>
    <dgm:cxn modelId="{34449C1C-59AB-4805-B54E-DBAD7EFA0863}" srcId="{09C20541-9021-47E1-BBEB-B4DDE0BBFC70}" destId="{17461D41-7964-4B8C-8983-BD4B6E856CF3}" srcOrd="0" destOrd="0" parTransId="{0E74569A-BFE6-409A-A2FD-6EFFD8970882}" sibTransId="{1889DA48-F42C-4EA4-AB59-7A476BD4C8EB}"/>
    <dgm:cxn modelId="{A7BF0C28-E49F-4EC2-9F17-1AAED3ED852A}" type="presOf" srcId="{4046A81B-8743-45ED-8B10-4C745D18632F}" destId="{9325FB6D-24E4-4AF4-98C9-80B9789E15B9}" srcOrd="0" destOrd="0" presId="urn:microsoft.com/office/officeart/2005/8/layout/vList2"/>
    <dgm:cxn modelId="{C73A4435-4F28-48C6-8FCB-C0BC0F3171A7}" type="presOf" srcId="{AFEA00BE-7E69-4A33-B3F1-D780D8B65B6B}" destId="{FFEC1FCC-B733-4AFC-BD03-56F48A59476F}" srcOrd="0" destOrd="1" presId="urn:microsoft.com/office/officeart/2005/8/layout/vList2"/>
    <dgm:cxn modelId="{CBFB7E37-14D9-48E1-91F5-9AF5F02C4213}" srcId="{AB1FEA84-EA72-4E05-A4F7-6796491632A0}" destId="{1DE7A25B-E889-4ABB-98FF-ABF05C3809CA}" srcOrd="2" destOrd="0" parTransId="{9BF9969D-A22D-4ED9-8A1A-3A80E912D2B6}" sibTransId="{52617B82-7BF3-4F48-8F80-2A05475E5711}"/>
    <dgm:cxn modelId="{5554F341-AFD8-405C-B033-E33E492AD373}" type="presOf" srcId="{1DE7A25B-E889-4ABB-98FF-ABF05C3809CA}" destId="{2E945BEC-1936-4E90-9F21-8EF956DBD9B1}" srcOrd="0" destOrd="2" presId="urn:microsoft.com/office/officeart/2005/8/layout/vList2"/>
    <dgm:cxn modelId="{E41BC349-1FCF-4AD9-A9A4-BCA8C093E56D}" type="presOf" srcId="{AB1FEA84-EA72-4E05-A4F7-6796491632A0}" destId="{05D73472-0A4B-4075-95FF-3F6BA487A705}" srcOrd="0" destOrd="0" presId="urn:microsoft.com/office/officeart/2005/8/layout/vList2"/>
    <dgm:cxn modelId="{4A0CCC75-9002-4AF2-B3EF-DC3ED184843E}" srcId="{4B0B9CFB-7213-4DCF-8C66-943EDDCE7DC5}" destId="{AB1FEA84-EA72-4E05-A4F7-6796491632A0}" srcOrd="1" destOrd="0" parTransId="{80105A73-79BC-48D4-9BED-833FD83702DF}" sibTransId="{8989AF2B-24DD-4A22-8B1E-FCE9AB7E3338}"/>
    <dgm:cxn modelId="{9BE28356-D8B3-4ED6-8E9A-BBA086A4D98F}" type="presOf" srcId="{09C20541-9021-47E1-BBEB-B4DDE0BBFC70}" destId="{B3EFFC59-19D9-41C4-8339-874F0FAFA761}" srcOrd="0" destOrd="0" presId="urn:microsoft.com/office/officeart/2005/8/layout/vList2"/>
    <dgm:cxn modelId="{E1369A56-4424-49E8-B89C-7777A1FBC546}" srcId="{AB1FEA84-EA72-4E05-A4F7-6796491632A0}" destId="{672EBBF1-4249-424A-AF99-65E6F250C7E8}" srcOrd="1" destOrd="0" parTransId="{7C9052AF-A367-4588-A090-6E293E730CD7}" sibTransId="{4C6715F6-6C26-447F-BE3F-6A8C64F01527}"/>
    <dgm:cxn modelId="{7954C891-E08E-41F2-A027-6B3804A45149}" type="presOf" srcId="{672EBBF1-4249-424A-AF99-65E6F250C7E8}" destId="{2E945BEC-1936-4E90-9F21-8EF956DBD9B1}" srcOrd="0" destOrd="1" presId="urn:microsoft.com/office/officeart/2005/8/layout/vList2"/>
    <dgm:cxn modelId="{900B4096-0E94-4BDE-9360-13FDFCF14F67}" srcId="{09C20541-9021-47E1-BBEB-B4DDE0BBFC70}" destId="{5E3A4649-7FFE-405E-9267-1452A63C2A7B}" srcOrd="1" destOrd="0" parTransId="{173CB345-3D37-4A89-8FAE-CAC90DD4B859}" sibTransId="{7AF99458-7B0A-4521-95A8-2433AFAF35B5}"/>
    <dgm:cxn modelId="{F3C9BF96-9212-4FAC-ADF1-A02966AFDFC2}" srcId="{09C20541-9021-47E1-BBEB-B4DDE0BBFC70}" destId="{269C1D35-9CA6-4477-9240-F5D967C1C953}" srcOrd="2" destOrd="0" parTransId="{082BED73-7FC9-429C-8D30-FC00EB75646F}" sibTransId="{7527C7FF-C5A8-4007-B808-D1F231922674}"/>
    <dgm:cxn modelId="{E581E6AC-1B34-462E-BCFD-6197B330A9FD}" type="presOf" srcId="{269C1D35-9CA6-4477-9240-F5D967C1C953}" destId="{96C6DDC1-45F3-401C-907D-0ECF9B4A5849}" srcOrd="0" destOrd="2" presId="urn:microsoft.com/office/officeart/2005/8/layout/vList2"/>
    <dgm:cxn modelId="{E6AD2BB5-D7EC-4977-A54C-5233DA990659}" srcId="{4046A81B-8743-45ED-8B10-4C745D18632F}" destId="{B2652540-C181-4D45-8ACF-872AF8F42753}" srcOrd="1" destOrd="0" parTransId="{E04D66C2-F0FE-4366-93CA-66AF4023E250}" sibTransId="{86B56FA6-F6B5-43DC-9CE8-77D132F1FF36}"/>
    <dgm:cxn modelId="{9A1D43BA-41C1-4796-AB80-ED1D2A2CBE36}" type="presOf" srcId="{B2652540-C181-4D45-8ACF-872AF8F42753}" destId="{FFEC1FCC-B733-4AFC-BD03-56F48A59476F}" srcOrd="0" destOrd="2" presId="urn:microsoft.com/office/officeart/2005/8/layout/vList2"/>
    <dgm:cxn modelId="{AD68D9BC-97A6-406E-BCDF-5EDA835A831E}" type="presOf" srcId="{9B0EF826-6C18-4334-8778-399F287098D6}" destId="{2E945BEC-1936-4E90-9F21-8EF956DBD9B1}" srcOrd="0" destOrd="4" presId="urn:microsoft.com/office/officeart/2005/8/layout/vList2"/>
    <dgm:cxn modelId="{59B2EEC5-AEBB-495E-9154-99222F290886}" srcId="{3870FBD0-702A-4768-84ED-27E14D555522}" destId="{AFEA00BE-7E69-4A33-B3F1-D780D8B65B6B}" srcOrd="0" destOrd="0" parTransId="{2E6680EB-7FB9-44D7-AF02-6D836A041D41}" sibTransId="{BC51F044-6384-4AFC-9AA9-0FFE88EB85E4}"/>
    <dgm:cxn modelId="{61F3E5CD-7C2D-48AD-9C86-8C5CF48212FE}" type="presOf" srcId="{3870FBD0-702A-4768-84ED-27E14D555522}" destId="{FFEC1FCC-B733-4AFC-BD03-56F48A59476F}" srcOrd="0" destOrd="0" presId="urn:microsoft.com/office/officeart/2005/8/layout/vList2"/>
    <dgm:cxn modelId="{C62B3DCE-0251-4066-8803-9F16B364796E}" srcId="{B2652540-C181-4D45-8ACF-872AF8F42753}" destId="{22649628-0205-42A1-98C1-76ABF253E2A3}" srcOrd="0" destOrd="0" parTransId="{AE3B1B7A-2ED6-43E9-A0EC-F8D5A4DEBEF1}" sibTransId="{3BAB4A8A-5C3C-49C6-8C2B-3688A89D1D86}"/>
    <dgm:cxn modelId="{6B0D9ED1-C9E6-4817-8268-055E27FD9B76}" type="presOf" srcId="{22649628-0205-42A1-98C1-76ABF253E2A3}" destId="{FFEC1FCC-B733-4AFC-BD03-56F48A59476F}" srcOrd="0" destOrd="3" presId="urn:microsoft.com/office/officeart/2005/8/layout/vList2"/>
    <dgm:cxn modelId="{D1BB5BD2-F478-4CDB-A741-C7D24F262B0F}" type="presOf" srcId="{864BACC7-CCF3-4DB2-9F67-27BF178D32EF}" destId="{FFEC1FCC-B733-4AFC-BD03-56F48A59476F}" srcOrd="0" destOrd="4" presId="urn:microsoft.com/office/officeart/2005/8/layout/vList2"/>
    <dgm:cxn modelId="{A1B0E4D4-11D0-461A-ABAB-E3B5D7C928C4}" type="presOf" srcId="{4FAA404E-5DD9-4350-9620-28FC500B48DE}" destId="{2E945BEC-1936-4E90-9F21-8EF956DBD9B1}" srcOrd="0" destOrd="3" presId="urn:microsoft.com/office/officeart/2005/8/layout/vList2"/>
    <dgm:cxn modelId="{0DE4F1D5-77E3-4BD8-A653-4345D9C5089B}" srcId="{4046A81B-8743-45ED-8B10-4C745D18632F}" destId="{3870FBD0-702A-4768-84ED-27E14D555522}" srcOrd="0" destOrd="0" parTransId="{1B002953-C80C-4F15-9C13-B5AB40FCB9C6}" sibTransId="{4E84A1B5-4C0C-42AD-A7B5-78D0EF95318B}"/>
    <dgm:cxn modelId="{308D36DB-B1F1-4805-B475-4AFFEA24C804}" type="presOf" srcId="{4B0B9CFB-7213-4DCF-8C66-943EDDCE7DC5}" destId="{BA9F011E-7DAB-456D-81AC-78D519BF0025}" srcOrd="0" destOrd="0" presId="urn:microsoft.com/office/officeart/2005/8/layout/vList2"/>
    <dgm:cxn modelId="{1AE625DF-9B68-4225-B3D5-EFD1D075D3B1}" srcId="{AB1FEA84-EA72-4E05-A4F7-6796491632A0}" destId="{4FAA404E-5DD9-4350-9620-28FC500B48DE}" srcOrd="3" destOrd="0" parTransId="{6DC7D298-25EE-49BB-8375-F5251307BF1B}" sibTransId="{2B3F5F63-6EF9-4FA1-AEEE-EFD552AB953C}"/>
    <dgm:cxn modelId="{062630E8-BDED-4ED0-B33D-5D07712C8092}" srcId="{4B0B9CFB-7213-4DCF-8C66-943EDDCE7DC5}" destId="{09C20541-9021-47E1-BBEB-B4DDE0BBFC70}" srcOrd="2" destOrd="0" parTransId="{D61EB323-A120-478A-B9AD-1F0E5AD3D0D7}" sibTransId="{222E2A71-C7F2-4793-ADAA-48F7127CF073}"/>
    <dgm:cxn modelId="{AD7EF0EF-EC7B-445D-9F09-1CA4CA4FC6E1}" srcId="{B2652540-C181-4D45-8ACF-872AF8F42753}" destId="{864BACC7-CCF3-4DB2-9F67-27BF178D32EF}" srcOrd="1" destOrd="0" parTransId="{5E86A7CD-786C-4807-B21D-6F48AEF5D995}" sibTransId="{CAE7E758-826A-48DA-9535-E13BECE15A4A}"/>
    <dgm:cxn modelId="{6421AFF5-CBCE-4816-AF04-9CA7CBE4B060}" srcId="{AB1FEA84-EA72-4E05-A4F7-6796491632A0}" destId="{9B0EF826-6C18-4334-8778-399F287098D6}" srcOrd="4" destOrd="0" parTransId="{5E806915-3281-4C8A-9660-8A7C405E67F8}" sibTransId="{867FB53D-151D-4141-8051-4315CF98FF6A}"/>
    <dgm:cxn modelId="{DAE433F7-58F1-46B6-B5E8-DCB950A7DA6D}" type="presOf" srcId="{FDF4A66E-41FD-426C-82F5-D08AE0124B66}" destId="{2E945BEC-1936-4E90-9F21-8EF956DBD9B1}" srcOrd="0" destOrd="0" presId="urn:microsoft.com/office/officeart/2005/8/layout/vList2"/>
    <dgm:cxn modelId="{F113AC1C-A5DB-4D51-AEDE-C43EC192FA1C}" type="presParOf" srcId="{BA9F011E-7DAB-456D-81AC-78D519BF0025}" destId="{9325FB6D-24E4-4AF4-98C9-80B9789E15B9}" srcOrd="0" destOrd="0" presId="urn:microsoft.com/office/officeart/2005/8/layout/vList2"/>
    <dgm:cxn modelId="{13CB2C9C-70F9-45FF-B8E5-90B7FBC92217}" type="presParOf" srcId="{BA9F011E-7DAB-456D-81AC-78D519BF0025}" destId="{FFEC1FCC-B733-4AFC-BD03-56F48A59476F}" srcOrd="1" destOrd="0" presId="urn:microsoft.com/office/officeart/2005/8/layout/vList2"/>
    <dgm:cxn modelId="{BF275B30-CB6E-4B19-B6B7-8505103E1A26}" type="presParOf" srcId="{BA9F011E-7DAB-456D-81AC-78D519BF0025}" destId="{05D73472-0A4B-4075-95FF-3F6BA487A705}" srcOrd="2" destOrd="0" presId="urn:microsoft.com/office/officeart/2005/8/layout/vList2"/>
    <dgm:cxn modelId="{F121B429-C055-4BA7-B288-EB988FECCB0C}" type="presParOf" srcId="{BA9F011E-7DAB-456D-81AC-78D519BF0025}" destId="{2E945BEC-1936-4E90-9F21-8EF956DBD9B1}" srcOrd="3" destOrd="0" presId="urn:microsoft.com/office/officeart/2005/8/layout/vList2"/>
    <dgm:cxn modelId="{54E4F317-664E-45C4-BCB7-5B9C2CE91892}" type="presParOf" srcId="{BA9F011E-7DAB-456D-81AC-78D519BF0025}" destId="{B3EFFC59-19D9-41C4-8339-874F0FAFA761}" srcOrd="4" destOrd="0" presId="urn:microsoft.com/office/officeart/2005/8/layout/vList2"/>
    <dgm:cxn modelId="{E67F4578-3370-4121-8BAE-7739F91C6022}" type="presParOf" srcId="{BA9F011E-7DAB-456D-81AC-78D519BF0025}" destId="{96C6DDC1-45F3-401C-907D-0ECF9B4A584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4DF139-869C-42D6-ADFB-942191550ED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</dgm:pt>
    <dgm:pt modelId="{365916E6-7E29-4283-A306-CA7B0572C423}">
      <dgm:prSet phldrT="[Text]"/>
      <dgm:spPr/>
      <dgm:t>
        <a:bodyPr/>
        <a:lstStyle/>
        <a:p>
          <a:r>
            <a:rPr lang="en-US" dirty="0"/>
            <a:t>Reasoning over similarity: Atomized metrics outperform CLIP-style </a:t>
          </a:r>
          <a:r>
            <a:rPr lang="en-US"/>
            <a:t>alignment.</a:t>
          </a:r>
          <a:endParaRPr lang="en-US" dirty="0"/>
        </a:p>
      </dgm:t>
    </dgm:pt>
    <dgm:pt modelId="{31462BA3-B4BA-4702-B076-0400E15172FA}" type="parTrans" cxnId="{27EB8305-3627-4E5D-AF45-C53F07B6E3D9}">
      <dgm:prSet/>
      <dgm:spPr/>
      <dgm:t>
        <a:bodyPr/>
        <a:lstStyle/>
        <a:p>
          <a:endParaRPr lang="en-US"/>
        </a:p>
      </dgm:t>
    </dgm:pt>
    <dgm:pt modelId="{B5C4E94E-640D-4D98-B111-7C8E12787259}" type="sibTrans" cxnId="{27EB8305-3627-4E5D-AF45-C53F07B6E3D9}">
      <dgm:prSet/>
      <dgm:spPr/>
      <dgm:t>
        <a:bodyPr/>
        <a:lstStyle/>
        <a:p>
          <a:endParaRPr lang="en-US"/>
        </a:p>
      </dgm:t>
    </dgm:pt>
    <dgm:pt modelId="{E59F47C1-F68C-4F2A-A724-FF186ECDF753}">
      <dgm:prSet/>
      <dgm:spPr/>
      <dgm:t>
        <a:bodyPr/>
        <a:lstStyle/>
        <a:p>
          <a:r>
            <a:rPr lang="en-US"/>
            <a:t>Tiered evaluation: Fast gating plus interpretable debugging.</a:t>
          </a:r>
        </a:p>
      </dgm:t>
    </dgm:pt>
    <dgm:pt modelId="{B479A0C2-FB39-4F65-9A66-C0A03D7A6E7A}" type="parTrans" cxnId="{69C973B9-8408-4864-B3C5-63CA21600D66}">
      <dgm:prSet/>
      <dgm:spPr/>
      <dgm:t>
        <a:bodyPr/>
        <a:lstStyle/>
        <a:p>
          <a:endParaRPr lang="en-US"/>
        </a:p>
      </dgm:t>
    </dgm:pt>
    <dgm:pt modelId="{CF31D949-AC8C-43FB-9767-5B101E2D8167}" type="sibTrans" cxnId="{69C973B9-8408-4864-B3C5-63CA21600D66}">
      <dgm:prSet/>
      <dgm:spPr/>
      <dgm:t>
        <a:bodyPr/>
        <a:lstStyle/>
        <a:p>
          <a:endParaRPr lang="en-US"/>
        </a:p>
      </dgm:t>
    </dgm:pt>
    <dgm:pt modelId="{EEF8B72B-31DC-4EAA-984E-9288E029C805}">
      <dgm:prSet/>
      <dgm:spPr/>
      <dgm:t>
        <a:bodyPr/>
        <a:lstStyle/>
        <a:p>
          <a:r>
            <a:rPr lang="en-US"/>
            <a:t>Judge integrity matters: Human-calibrated, bias-aware evaluators.</a:t>
          </a:r>
        </a:p>
      </dgm:t>
    </dgm:pt>
    <dgm:pt modelId="{6C1C8504-E105-4EE3-82E5-6C2FE3B04046}" type="parTrans" cxnId="{B1ECDFDE-F3F7-437B-BE03-685CF0AAF5B8}">
      <dgm:prSet/>
      <dgm:spPr/>
      <dgm:t>
        <a:bodyPr/>
        <a:lstStyle/>
        <a:p>
          <a:endParaRPr lang="en-US"/>
        </a:p>
      </dgm:t>
    </dgm:pt>
    <dgm:pt modelId="{9BDEF9C6-9A5D-46F3-AE7A-6DBA875E97F8}" type="sibTrans" cxnId="{B1ECDFDE-F3F7-437B-BE03-685CF0AAF5B8}">
      <dgm:prSet/>
      <dgm:spPr/>
      <dgm:t>
        <a:bodyPr/>
        <a:lstStyle/>
        <a:p>
          <a:endParaRPr lang="en-US"/>
        </a:p>
      </dgm:t>
    </dgm:pt>
    <dgm:pt modelId="{F834CBFF-C716-4BEC-B140-A80A8AC26849}">
      <dgm:prSet/>
      <dgm:spPr/>
      <dgm:t>
        <a:bodyPr/>
        <a:lstStyle/>
        <a:p>
          <a:r>
            <a:rPr lang="en-US"/>
            <a:t>Governance is core: Safety, culture, and domain fidelity.</a:t>
          </a:r>
        </a:p>
      </dgm:t>
    </dgm:pt>
    <dgm:pt modelId="{E2B19DAD-3CA3-4464-BA05-F6DEF6B06F25}" type="parTrans" cxnId="{28E0C936-AD76-4C2E-A06A-D475B1996ACB}">
      <dgm:prSet/>
      <dgm:spPr/>
      <dgm:t>
        <a:bodyPr/>
        <a:lstStyle/>
        <a:p>
          <a:endParaRPr lang="en-US"/>
        </a:p>
      </dgm:t>
    </dgm:pt>
    <dgm:pt modelId="{154A689C-15A2-4998-9488-1F1BA1A0E1DE}" type="sibTrans" cxnId="{28E0C936-AD76-4C2E-A06A-D475B1996ACB}">
      <dgm:prSet/>
      <dgm:spPr/>
      <dgm:t>
        <a:bodyPr/>
        <a:lstStyle/>
        <a:p>
          <a:endParaRPr lang="en-US"/>
        </a:p>
      </dgm:t>
    </dgm:pt>
    <dgm:pt modelId="{67E7316C-F715-4CF2-8958-7F10862E7B44}">
      <dgm:prSet/>
      <dgm:spPr/>
      <dgm:t>
        <a:bodyPr/>
        <a:lstStyle/>
        <a:p>
          <a:r>
            <a:rPr lang="en-US"/>
            <a:t>Proactive defense: Red-teaming and activation steering.</a:t>
          </a:r>
        </a:p>
      </dgm:t>
    </dgm:pt>
    <dgm:pt modelId="{0B7A5887-1AA0-463D-8A50-52DE54761015}" type="parTrans" cxnId="{B3FFE78C-6B2A-42FE-A87D-416C88A08070}">
      <dgm:prSet/>
      <dgm:spPr/>
      <dgm:t>
        <a:bodyPr/>
        <a:lstStyle/>
        <a:p>
          <a:endParaRPr lang="en-US"/>
        </a:p>
      </dgm:t>
    </dgm:pt>
    <dgm:pt modelId="{4AF6A912-83EE-4EF8-8EFD-4187AE6C6CB6}" type="sibTrans" cxnId="{B3FFE78C-6B2A-42FE-A87D-416C88A08070}">
      <dgm:prSet/>
      <dgm:spPr/>
      <dgm:t>
        <a:bodyPr/>
        <a:lstStyle/>
        <a:p>
          <a:endParaRPr lang="en-US"/>
        </a:p>
      </dgm:t>
    </dgm:pt>
    <dgm:pt modelId="{633202E0-B044-44B4-B479-A26CF4CCEF6E}" type="pres">
      <dgm:prSet presAssocID="{FB4DF139-869C-42D6-ADFB-942191550ED5}" presName="Name0" presStyleCnt="0">
        <dgm:presLayoutVars>
          <dgm:chMax val="7"/>
          <dgm:chPref val="7"/>
          <dgm:dir/>
        </dgm:presLayoutVars>
      </dgm:prSet>
      <dgm:spPr/>
    </dgm:pt>
    <dgm:pt modelId="{DCBFEC7C-BA6C-4AD6-95D8-95664C57F802}" type="pres">
      <dgm:prSet presAssocID="{FB4DF139-869C-42D6-ADFB-942191550ED5}" presName="Name1" presStyleCnt="0"/>
      <dgm:spPr/>
    </dgm:pt>
    <dgm:pt modelId="{2A46AC6D-B751-47F4-B68E-275E3099A0A1}" type="pres">
      <dgm:prSet presAssocID="{FB4DF139-869C-42D6-ADFB-942191550ED5}" presName="cycle" presStyleCnt="0"/>
      <dgm:spPr/>
    </dgm:pt>
    <dgm:pt modelId="{5DF1D421-0959-4EB1-8D54-E2DC4F13193A}" type="pres">
      <dgm:prSet presAssocID="{FB4DF139-869C-42D6-ADFB-942191550ED5}" presName="srcNode" presStyleLbl="node1" presStyleIdx="0" presStyleCnt="5"/>
      <dgm:spPr/>
    </dgm:pt>
    <dgm:pt modelId="{F0A9CDF3-72F5-4150-9087-9B56F792D127}" type="pres">
      <dgm:prSet presAssocID="{FB4DF139-869C-42D6-ADFB-942191550ED5}" presName="conn" presStyleLbl="parChTrans1D2" presStyleIdx="0" presStyleCnt="1"/>
      <dgm:spPr/>
    </dgm:pt>
    <dgm:pt modelId="{89F8F610-24EA-4AC7-9B1E-58873F66C286}" type="pres">
      <dgm:prSet presAssocID="{FB4DF139-869C-42D6-ADFB-942191550ED5}" presName="extraNode" presStyleLbl="node1" presStyleIdx="0" presStyleCnt="5"/>
      <dgm:spPr/>
    </dgm:pt>
    <dgm:pt modelId="{E4F26FDA-F471-4126-A13D-37DAB69B212B}" type="pres">
      <dgm:prSet presAssocID="{FB4DF139-869C-42D6-ADFB-942191550ED5}" presName="dstNode" presStyleLbl="node1" presStyleIdx="0" presStyleCnt="5"/>
      <dgm:spPr/>
    </dgm:pt>
    <dgm:pt modelId="{CCB389ED-E37B-4333-BCA0-AE4CC8E56E8D}" type="pres">
      <dgm:prSet presAssocID="{365916E6-7E29-4283-A306-CA7B0572C423}" presName="text_1" presStyleLbl="node1" presStyleIdx="0" presStyleCnt="5">
        <dgm:presLayoutVars>
          <dgm:bulletEnabled val="1"/>
        </dgm:presLayoutVars>
      </dgm:prSet>
      <dgm:spPr/>
    </dgm:pt>
    <dgm:pt modelId="{0A60BF7F-4AE0-47F2-AD75-69796F15AFA2}" type="pres">
      <dgm:prSet presAssocID="{365916E6-7E29-4283-A306-CA7B0572C423}" presName="accent_1" presStyleCnt="0"/>
      <dgm:spPr/>
    </dgm:pt>
    <dgm:pt modelId="{DCCD9E80-EB7E-4970-B79C-1F48A0CE350F}" type="pres">
      <dgm:prSet presAssocID="{365916E6-7E29-4283-A306-CA7B0572C423}" presName="accentRepeatNode" presStyleLbl="solidFgAcc1" presStyleIdx="0" presStyleCnt="5"/>
      <dgm:spPr/>
    </dgm:pt>
    <dgm:pt modelId="{C22F2D06-782A-4E2B-8F89-B473ECFFC00A}" type="pres">
      <dgm:prSet presAssocID="{E59F47C1-F68C-4F2A-A724-FF186ECDF753}" presName="text_2" presStyleLbl="node1" presStyleIdx="1" presStyleCnt="5">
        <dgm:presLayoutVars>
          <dgm:bulletEnabled val="1"/>
        </dgm:presLayoutVars>
      </dgm:prSet>
      <dgm:spPr/>
    </dgm:pt>
    <dgm:pt modelId="{C190E540-74B2-4A5B-878C-96BDE2B54929}" type="pres">
      <dgm:prSet presAssocID="{E59F47C1-F68C-4F2A-A724-FF186ECDF753}" presName="accent_2" presStyleCnt="0"/>
      <dgm:spPr/>
    </dgm:pt>
    <dgm:pt modelId="{AEC500DD-4CB6-4380-A918-DFAB70D458EE}" type="pres">
      <dgm:prSet presAssocID="{E59F47C1-F68C-4F2A-A724-FF186ECDF753}" presName="accentRepeatNode" presStyleLbl="solidFgAcc1" presStyleIdx="1" presStyleCnt="5"/>
      <dgm:spPr/>
    </dgm:pt>
    <dgm:pt modelId="{71709CE1-F9C1-4837-A647-1404FBD54EE1}" type="pres">
      <dgm:prSet presAssocID="{EEF8B72B-31DC-4EAA-984E-9288E029C805}" presName="text_3" presStyleLbl="node1" presStyleIdx="2" presStyleCnt="5">
        <dgm:presLayoutVars>
          <dgm:bulletEnabled val="1"/>
        </dgm:presLayoutVars>
      </dgm:prSet>
      <dgm:spPr/>
    </dgm:pt>
    <dgm:pt modelId="{ACC79FF4-37CC-474B-9C07-4C4F62771CDA}" type="pres">
      <dgm:prSet presAssocID="{EEF8B72B-31DC-4EAA-984E-9288E029C805}" presName="accent_3" presStyleCnt="0"/>
      <dgm:spPr/>
    </dgm:pt>
    <dgm:pt modelId="{7E0C15E5-59B3-4846-A3A4-1461F14CC5D4}" type="pres">
      <dgm:prSet presAssocID="{EEF8B72B-31DC-4EAA-984E-9288E029C805}" presName="accentRepeatNode" presStyleLbl="solidFgAcc1" presStyleIdx="2" presStyleCnt="5"/>
      <dgm:spPr/>
    </dgm:pt>
    <dgm:pt modelId="{256ED6DD-2262-4076-81D4-57D452B573BA}" type="pres">
      <dgm:prSet presAssocID="{F834CBFF-C716-4BEC-B140-A80A8AC26849}" presName="text_4" presStyleLbl="node1" presStyleIdx="3" presStyleCnt="5">
        <dgm:presLayoutVars>
          <dgm:bulletEnabled val="1"/>
        </dgm:presLayoutVars>
      </dgm:prSet>
      <dgm:spPr/>
    </dgm:pt>
    <dgm:pt modelId="{45941AF9-0949-4964-8EB2-32339519D60A}" type="pres">
      <dgm:prSet presAssocID="{F834CBFF-C716-4BEC-B140-A80A8AC26849}" presName="accent_4" presStyleCnt="0"/>
      <dgm:spPr/>
    </dgm:pt>
    <dgm:pt modelId="{53CD8757-DFC9-4958-AEF8-E372E783C5E8}" type="pres">
      <dgm:prSet presAssocID="{F834CBFF-C716-4BEC-B140-A80A8AC26849}" presName="accentRepeatNode" presStyleLbl="solidFgAcc1" presStyleIdx="3" presStyleCnt="5"/>
      <dgm:spPr/>
    </dgm:pt>
    <dgm:pt modelId="{84825C0A-AF4E-4156-82F2-0ADB868897CA}" type="pres">
      <dgm:prSet presAssocID="{67E7316C-F715-4CF2-8958-7F10862E7B44}" presName="text_5" presStyleLbl="node1" presStyleIdx="4" presStyleCnt="5">
        <dgm:presLayoutVars>
          <dgm:bulletEnabled val="1"/>
        </dgm:presLayoutVars>
      </dgm:prSet>
      <dgm:spPr/>
    </dgm:pt>
    <dgm:pt modelId="{E6AA4AB3-5A7C-4B88-B856-307C633CD19B}" type="pres">
      <dgm:prSet presAssocID="{67E7316C-F715-4CF2-8958-7F10862E7B44}" presName="accent_5" presStyleCnt="0"/>
      <dgm:spPr/>
    </dgm:pt>
    <dgm:pt modelId="{F43EF6CD-21A0-4041-AA0B-5C75A78A7FBD}" type="pres">
      <dgm:prSet presAssocID="{67E7316C-F715-4CF2-8958-7F10862E7B44}" presName="accentRepeatNode" presStyleLbl="solidFgAcc1" presStyleIdx="4" presStyleCnt="5"/>
      <dgm:spPr/>
    </dgm:pt>
  </dgm:ptLst>
  <dgm:cxnLst>
    <dgm:cxn modelId="{27EB8305-3627-4E5D-AF45-C53F07B6E3D9}" srcId="{FB4DF139-869C-42D6-ADFB-942191550ED5}" destId="{365916E6-7E29-4283-A306-CA7B0572C423}" srcOrd="0" destOrd="0" parTransId="{31462BA3-B4BA-4702-B076-0400E15172FA}" sibTransId="{B5C4E94E-640D-4D98-B111-7C8E12787259}"/>
    <dgm:cxn modelId="{28E0C936-AD76-4C2E-A06A-D475B1996ACB}" srcId="{FB4DF139-869C-42D6-ADFB-942191550ED5}" destId="{F834CBFF-C716-4BEC-B140-A80A8AC26849}" srcOrd="3" destOrd="0" parTransId="{E2B19DAD-3CA3-4464-BA05-F6DEF6B06F25}" sibTransId="{154A689C-15A2-4998-9488-1F1BA1A0E1DE}"/>
    <dgm:cxn modelId="{6B692843-73A4-44F4-93DC-BA7D8A417A67}" type="presOf" srcId="{FB4DF139-869C-42D6-ADFB-942191550ED5}" destId="{633202E0-B044-44B4-B479-A26CF4CCEF6E}" srcOrd="0" destOrd="0" presId="urn:microsoft.com/office/officeart/2008/layout/VerticalCurvedList"/>
    <dgm:cxn modelId="{37C0194A-7F09-4795-BA26-694FF2833D4C}" type="presOf" srcId="{67E7316C-F715-4CF2-8958-7F10862E7B44}" destId="{84825C0A-AF4E-4156-82F2-0ADB868897CA}" srcOrd="0" destOrd="0" presId="urn:microsoft.com/office/officeart/2008/layout/VerticalCurvedList"/>
    <dgm:cxn modelId="{86626D74-7FE6-4BA3-BD55-FAFDE951EC6F}" type="presOf" srcId="{B5C4E94E-640D-4D98-B111-7C8E12787259}" destId="{F0A9CDF3-72F5-4150-9087-9B56F792D127}" srcOrd="0" destOrd="0" presId="urn:microsoft.com/office/officeart/2008/layout/VerticalCurvedList"/>
    <dgm:cxn modelId="{B3FFE78C-6B2A-42FE-A87D-416C88A08070}" srcId="{FB4DF139-869C-42D6-ADFB-942191550ED5}" destId="{67E7316C-F715-4CF2-8958-7F10862E7B44}" srcOrd="4" destOrd="0" parTransId="{0B7A5887-1AA0-463D-8A50-52DE54761015}" sibTransId="{4AF6A912-83EE-4EF8-8EFD-4187AE6C6CB6}"/>
    <dgm:cxn modelId="{ACBC8599-BF9D-469C-A3FD-2C6E47174740}" type="presOf" srcId="{365916E6-7E29-4283-A306-CA7B0572C423}" destId="{CCB389ED-E37B-4333-BCA0-AE4CC8E56E8D}" srcOrd="0" destOrd="0" presId="urn:microsoft.com/office/officeart/2008/layout/VerticalCurvedList"/>
    <dgm:cxn modelId="{CF2BF6A1-B59C-4448-86A3-5A22E0BBBCF9}" type="presOf" srcId="{F834CBFF-C716-4BEC-B140-A80A8AC26849}" destId="{256ED6DD-2262-4076-81D4-57D452B573BA}" srcOrd="0" destOrd="0" presId="urn:microsoft.com/office/officeart/2008/layout/VerticalCurvedList"/>
    <dgm:cxn modelId="{69C973B9-8408-4864-B3C5-63CA21600D66}" srcId="{FB4DF139-869C-42D6-ADFB-942191550ED5}" destId="{E59F47C1-F68C-4F2A-A724-FF186ECDF753}" srcOrd="1" destOrd="0" parTransId="{B479A0C2-FB39-4F65-9A66-C0A03D7A6E7A}" sibTransId="{CF31D949-AC8C-43FB-9767-5B101E2D8167}"/>
    <dgm:cxn modelId="{B1ECDFDE-F3F7-437B-BE03-685CF0AAF5B8}" srcId="{FB4DF139-869C-42D6-ADFB-942191550ED5}" destId="{EEF8B72B-31DC-4EAA-984E-9288E029C805}" srcOrd="2" destOrd="0" parTransId="{6C1C8504-E105-4EE3-82E5-6C2FE3B04046}" sibTransId="{9BDEF9C6-9A5D-46F3-AE7A-6DBA875E97F8}"/>
    <dgm:cxn modelId="{C213B2F0-1A73-427D-A671-81A7E3C62E82}" type="presOf" srcId="{EEF8B72B-31DC-4EAA-984E-9288E029C805}" destId="{71709CE1-F9C1-4837-A647-1404FBD54EE1}" srcOrd="0" destOrd="0" presId="urn:microsoft.com/office/officeart/2008/layout/VerticalCurvedList"/>
    <dgm:cxn modelId="{3FEAA0F6-85E8-4D88-98FB-585960801A90}" type="presOf" srcId="{E59F47C1-F68C-4F2A-A724-FF186ECDF753}" destId="{C22F2D06-782A-4E2B-8F89-B473ECFFC00A}" srcOrd="0" destOrd="0" presId="urn:microsoft.com/office/officeart/2008/layout/VerticalCurvedList"/>
    <dgm:cxn modelId="{3636322E-5EAB-4114-903B-E0239C92370B}" type="presParOf" srcId="{633202E0-B044-44B4-B479-A26CF4CCEF6E}" destId="{DCBFEC7C-BA6C-4AD6-95D8-95664C57F802}" srcOrd="0" destOrd="0" presId="urn:microsoft.com/office/officeart/2008/layout/VerticalCurvedList"/>
    <dgm:cxn modelId="{A73B1A93-7E02-47FE-9753-2A6B69EEA94C}" type="presParOf" srcId="{DCBFEC7C-BA6C-4AD6-95D8-95664C57F802}" destId="{2A46AC6D-B751-47F4-B68E-275E3099A0A1}" srcOrd="0" destOrd="0" presId="urn:microsoft.com/office/officeart/2008/layout/VerticalCurvedList"/>
    <dgm:cxn modelId="{709DE400-3B33-432D-9354-6B164C372EDB}" type="presParOf" srcId="{2A46AC6D-B751-47F4-B68E-275E3099A0A1}" destId="{5DF1D421-0959-4EB1-8D54-E2DC4F13193A}" srcOrd="0" destOrd="0" presId="urn:microsoft.com/office/officeart/2008/layout/VerticalCurvedList"/>
    <dgm:cxn modelId="{D3C2F512-257C-439F-835C-A20C7CC624F4}" type="presParOf" srcId="{2A46AC6D-B751-47F4-B68E-275E3099A0A1}" destId="{F0A9CDF3-72F5-4150-9087-9B56F792D127}" srcOrd="1" destOrd="0" presId="urn:microsoft.com/office/officeart/2008/layout/VerticalCurvedList"/>
    <dgm:cxn modelId="{BFFE76CC-4B03-424A-B683-51B177845F8C}" type="presParOf" srcId="{2A46AC6D-B751-47F4-B68E-275E3099A0A1}" destId="{89F8F610-24EA-4AC7-9B1E-58873F66C286}" srcOrd="2" destOrd="0" presId="urn:microsoft.com/office/officeart/2008/layout/VerticalCurvedList"/>
    <dgm:cxn modelId="{AB7F171C-4951-43F7-BFAE-C0E32BFB4B34}" type="presParOf" srcId="{2A46AC6D-B751-47F4-B68E-275E3099A0A1}" destId="{E4F26FDA-F471-4126-A13D-37DAB69B212B}" srcOrd="3" destOrd="0" presId="urn:microsoft.com/office/officeart/2008/layout/VerticalCurvedList"/>
    <dgm:cxn modelId="{2550D559-E267-4A91-93B5-D7DCB5CC57CB}" type="presParOf" srcId="{DCBFEC7C-BA6C-4AD6-95D8-95664C57F802}" destId="{CCB389ED-E37B-4333-BCA0-AE4CC8E56E8D}" srcOrd="1" destOrd="0" presId="urn:microsoft.com/office/officeart/2008/layout/VerticalCurvedList"/>
    <dgm:cxn modelId="{9A4E8CC6-D5CF-400B-9110-8AD8B69CC81C}" type="presParOf" srcId="{DCBFEC7C-BA6C-4AD6-95D8-95664C57F802}" destId="{0A60BF7F-4AE0-47F2-AD75-69796F15AFA2}" srcOrd="2" destOrd="0" presId="urn:microsoft.com/office/officeart/2008/layout/VerticalCurvedList"/>
    <dgm:cxn modelId="{1CF68AAF-2B54-4AB3-8EFA-E8463375C1A8}" type="presParOf" srcId="{0A60BF7F-4AE0-47F2-AD75-69796F15AFA2}" destId="{DCCD9E80-EB7E-4970-B79C-1F48A0CE350F}" srcOrd="0" destOrd="0" presId="urn:microsoft.com/office/officeart/2008/layout/VerticalCurvedList"/>
    <dgm:cxn modelId="{EC32FAFB-E324-4AFE-BFFC-2EF6E935498A}" type="presParOf" srcId="{DCBFEC7C-BA6C-4AD6-95D8-95664C57F802}" destId="{C22F2D06-782A-4E2B-8F89-B473ECFFC00A}" srcOrd="3" destOrd="0" presId="urn:microsoft.com/office/officeart/2008/layout/VerticalCurvedList"/>
    <dgm:cxn modelId="{9F0B2CA1-5400-43B5-9790-BAF6D3347ECC}" type="presParOf" srcId="{DCBFEC7C-BA6C-4AD6-95D8-95664C57F802}" destId="{C190E540-74B2-4A5B-878C-96BDE2B54929}" srcOrd="4" destOrd="0" presId="urn:microsoft.com/office/officeart/2008/layout/VerticalCurvedList"/>
    <dgm:cxn modelId="{68F46B04-AC37-4CB0-9756-7C4E99B299B4}" type="presParOf" srcId="{C190E540-74B2-4A5B-878C-96BDE2B54929}" destId="{AEC500DD-4CB6-4380-A918-DFAB70D458EE}" srcOrd="0" destOrd="0" presId="urn:microsoft.com/office/officeart/2008/layout/VerticalCurvedList"/>
    <dgm:cxn modelId="{01C911A2-D3C8-44E8-B842-9A4764827FD5}" type="presParOf" srcId="{DCBFEC7C-BA6C-4AD6-95D8-95664C57F802}" destId="{71709CE1-F9C1-4837-A647-1404FBD54EE1}" srcOrd="5" destOrd="0" presId="urn:microsoft.com/office/officeart/2008/layout/VerticalCurvedList"/>
    <dgm:cxn modelId="{6F93F708-A7DF-4099-B33A-63BAC3E7B854}" type="presParOf" srcId="{DCBFEC7C-BA6C-4AD6-95D8-95664C57F802}" destId="{ACC79FF4-37CC-474B-9C07-4C4F62771CDA}" srcOrd="6" destOrd="0" presId="urn:microsoft.com/office/officeart/2008/layout/VerticalCurvedList"/>
    <dgm:cxn modelId="{13C6C5A6-1863-4162-974F-2F2C06033560}" type="presParOf" srcId="{ACC79FF4-37CC-474B-9C07-4C4F62771CDA}" destId="{7E0C15E5-59B3-4846-A3A4-1461F14CC5D4}" srcOrd="0" destOrd="0" presId="urn:microsoft.com/office/officeart/2008/layout/VerticalCurvedList"/>
    <dgm:cxn modelId="{DC814A1C-A143-4EB9-BE11-CD77978F8622}" type="presParOf" srcId="{DCBFEC7C-BA6C-4AD6-95D8-95664C57F802}" destId="{256ED6DD-2262-4076-81D4-57D452B573BA}" srcOrd="7" destOrd="0" presId="urn:microsoft.com/office/officeart/2008/layout/VerticalCurvedList"/>
    <dgm:cxn modelId="{28FF3359-734E-418C-AF8A-FD134112346B}" type="presParOf" srcId="{DCBFEC7C-BA6C-4AD6-95D8-95664C57F802}" destId="{45941AF9-0949-4964-8EB2-32339519D60A}" srcOrd="8" destOrd="0" presId="urn:microsoft.com/office/officeart/2008/layout/VerticalCurvedList"/>
    <dgm:cxn modelId="{8CEB9F18-1B84-42D9-8ED9-850FD3C76D9D}" type="presParOf" srcId="{45941AF9-0949-4964-8EB2-32339519D60A}" destId="{53CD8757-DFC9-4958-AEF8-E372E783C5E8}" srcOrd="0" destOrd="0" presId="urn:microsoft.com/office/officeart/2008/layout/VerticalCurvedList"/>
    <dgm:cxn modelId="{9942B8DE-03AD-4EC3-BD38-79B0FA6A2AD1}" type="presParOf" srcId="{DCBFEC7C-BA6C-4AD6-95D8-95664C57F802}" destId="{84825C0A-AF4E-4156-82F2-0ADB868897CA}" srcOrd="9" destOrd="0" presId="urn:microsoft.com/office/officeart/2008/layout/VerticalCurvedList"/>
    <dgm:cxn modelId="{AE0D078D-7A87-4EC2-9DDD-CF60E2B140D4}" type="presParOf" srcId="{DCBFEC7C-BA6C-4AD6-95D8-95664C57F802}" destId="{E6AA4AB3-5A7C-4B88-B856-307C633CD19B}" srcOrd="10" destOrd="0" presId="urn:microsoft.com/office/officeart/2008/layout/VerticalCurvedList"/>
    <dgm:cxn modelId="{D474723A-829C-4178-9569-71387AD9E6C5}" type="presParOf" srcId="{E6AA4AB3-5A7C-4B88-B856-307C633CD19B}" destId="{F43EF6CD-21A0-4041-AA0B-5C75A78A7FB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999617-098B-49F9-AF36-76417CDE7300}">
      <dsp:nvSpPr>
        <dsp:cNvPr id="0" name=""/>
        <dsp:cNvSpPr/>
      </dsp:nvSpPr>
      <dsp:spPr>
        <a:xfrm>
          <a:off x="0" y="429484"/>
          <a:ext cx="7080504" cy="58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526" tIns="208280" rIns="549526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000" kern="1200" dirty="0"/>
            <a:t> NIQE /BRISQUE /</a:t>
          </a:r>
          <a:r>
            <a:rPr lang="en-US" sz="1000" b="0" i="0" kern="1200" dirty="0"/>
            <a:t>CLIP-IQA</a:t>
          </a:r>
          <a:r>
            <a:rPr lang="en-US" sz="1000" kern="1200" dirty="0"/>
            <a:t>: No-reference, signal-level naturalness metrics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000" kern="1200" dirty="0"/>
            <a:t> FID/KID/IS: distribution-level, not single-image</a:t>
          </a:r>
        </a:p>
      </dsp:txBody>
      <dsp:txXfrm>
        <a:off x="0" y="429484"/>
        <a:ext cx="7080504" cy="582750"/>
      </dsp:txXfrm>
    </dsp:sp>
    <dsp:sp modelId="{720EA79C-8095-4D96-8401-7E444601C2A8}">
      <dsp:nvSpPr>
        <dsp:cNvPr id="0" name=""/>
        <dsp:cNvSpPr/>
      </dsp:nvSpPr>
      <dsp:spPr>
        <a:xfrm>
          <a:off x="354025" y="281884"/>
          <a:ext cx="4956352" cy="295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7338" tIns="0" rIns="187338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000" b="1" kern="1200" dirty="0"/>
            <a:t>Image-Only Quality Metrics</a:t>
          </a:r>
          <a:r>
            <a:rPr lang="en-US" sz="1000" kern="1200" dirty="0"/>
            <a:t>: </a:t>
          </a:r>
        </a:p>
      </dsp:txBody>
      <dsp:txXfrm>
        <a:off x="368435" y="296294"/>
        <a:ext cx="4927532" cy="266380"/>
      </dsp:txXfrm>
    </dsp:sp>
    <dsp:sp modelId="{A98613E9-580F-4971-826C-278689E3856B}">
      <dsp:nvSpPr>
        <dsp:cNvPr id="0" name=""/>
        <dsp:cNvSpPr/>
      </dsp:nvSpPr>
      <dsp:spPr>
        <a:xfrm>
          <a:off x="0" y="1213834"/>
          <a:ext cx="7080504" cy="252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526" tIns="208280" rIns="549526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dirty="0"/>
            <a:t>Alignment and Structural Metrics: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000" b="0" kern="1200" dirty="0" err="1"/>
            <a:t>CLIPScore</a:t>
          </a:r>
          <a:r>
            <a:rPr lang="en-US" sz="1000" b="0" kern="1200" dirty="0"/>
            <a:t> → global semantic alignment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000" b="0" kern="1200" dirty="0"/>
            <a:t>TIFA / Soft-TIFA → atomic faithfulness + compositional AND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000" b="0" kern="1200" dirty="0"/>
            <a:t>DSG / PSG → explicit structural grounding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000" b="0" kern="1200" dirty="0"/>
            <a:t>VPEval → targeted skill-based structural evaluation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000" b="0" kern="1200" dirty="0"/>
            <a:t>VQAScore → verification-based alignment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000" b="0" kern="1200" dirty="0"/>
            <a:t>AHEaD (Attention-based HEad-wise Disentanglement)-&gt; To evaluates how well an image aligns with a text prompt by analyzing CLIP’s multi-head attention patterns and disentangling which attention heads correspond to which semantic concepts.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None/>
          </a:pPr>
          <a:endParaRPr lang="en-US" sz="1000" b="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dirty="0"/>
            <a:t>Reasoning and Perceptual Metrics: 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000" kern="1200" dirty="0"/>
            <a:t>VLM-as-a-Judge: Evaluates </a:t>
          </a:r>
          <a:r>
            <a:rPr lang="en-US" sz="1000" i="1" kern="1200" dirty="0"/>
            <a:t>implicit reasoning</a:t>
          </a:r>
          <a:r>
            <a:rPr lang="en-US" sz="1000" kern="1200" dirty="0"/>
            <a:t>, consistency, and commonsense, Especially appropriate for long prompts, multi-constraint satisfaction and ambiguous or underspecified instructions</a:t>
          </a:r>
          <a:endParaRPr lang="en-US" sz="1000" b="1" kern="1200" dirty="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000" kern="1200" dirty="0"/>
            <a:t>LPIPS (Learned Perceptual Image Patch Similarity): Pure perceptual similarity</a:t>
          </a:r>
        </a:p>
      </dsp:txBody>
      <dsp:txXfrm>
        <a:off x="0" y="1213834"/>
        <a:ext cx="7080504" cy="2520000"/>
      </dsp:txXfrm>
    </dsp:sp>
    <dsp:sp modelId="{7D78E633-796F-4B01-AB90-21205D758A9E}">
      <dsp:nvSpPr>
        <dsp:cNvPr id="0" name=""/>
        <dsp:cNvSpPr/>
      </dsp:nvSpPr>
      <dsp:spPr>
        <a:xfrm>
          <a:off x="354025" y="1066234"/>
          <a:ext cx="4956352" cy="29520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7338" tIns="0" rIns="187338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Text-Image Alignment Metrics</a:t>
          </a:r>
          <a:r>
            <a:rPr lang="en-US" sz="1000" kern="1200"/>
            <a:t>: </a:t>
          </a:r>
          <a:endParaRPr lang="en-US" sz="1000" kern="1200" dirty="0"/>
        </a:p>
      </dsp:txBody>
      <dsp:txXfrm>
        <a:off x="368435" y="1080644"/>
        <a:ext cx="4927532" cy="266380"/>
      </dsp:txXfrm>
    </dsp:sp>
    <dsp:sp modelId="{FC724773-9F9E-4FBC-AFDC-C357F66C7521}">
      <dsp:nvSpPr>
        <dsp:cNvPr id="0" name=""/>
        <dsp:cNvSpPr/>
      </dsp:nvSpPr>
      <dsp:spPr>
        <a:xfrm>
          <a:off x="0" y="3935435"/>
          <a:ext cx="708050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526" tIns="208280" rIns="549526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Toxicity: Harmful Content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Fairness: Representation Bias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Privacy &amp; IP:Sensitive Data &amp; Copyright</a:t>
          </a:r>
        </a:p>
      </dsp:txBody>
      <dsp:txXfrm>
        <a:off x="0" y="3935435"/>
        <a:ext cx="7080504" cy="756000"/>
      </dsp:txXfrm>
    </dsp:sp>
    <dsp:sp modelId="{2B751499-97B7-4AC5-B003-0BF3854D424B}">
      <dsp:nvSpPr>
        <dsp:cNvPr id="0" name=""/>
        <dsp:cNvSpPr/>
      </dsp:nvSpPr>
      <dsp:spPr>
        <a:xfrm>
          <a:off x="354025" y="3787835"/>
          <a:ext cx="4956352" cy="2952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7338" tIns="0" rIns="187338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Responsible AI Metrics: T2ISatety</a:t>
          </a:r>
        </a:p>
      </dsp:txBody>
      <dsp:txXfrm>
        <a:off x="368435" y="3802245"/>
        <a:ext cx="4927532" cy="2663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979CFB-E510-48E1-AA0C-9BF7F4C52674}">
      <dsp:nvSpPr>
        <dsp:cNvPr id="0" name=""/>
        <dsp:cNvSpPr/>
      </dsp:nvSpPr>
      <dsp:spPr>
        <a:xfrm>
          <a:off x="951" y="435776"/>
          <a:ext cx="3709913" cy="5003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Professional &amp; Scientific Fidelity</a:t>
          </a:r>
          <a:endParaRPr lang="en-US" sz="1500" b="1" kern="1200" dirty="0"/>
        </a:p>
      </dsp:txBody>
      <dsp:txXfrm>
        <a:off x="15604" y="450429"/>
        <a:ext cx="3680607" cy="470996"/>
      </dsp:txXfrm>
    </dsp:sp>
    <dsp:sp modelId="{FFDA0EC0-87D1-40A8-AAB4-509177F927AE}">
      <dsp:nvSpPr>
        <dsp:cNvPr id="0" name=""/>
        <dsp:cNvSpPr/>
      </dsp:nvSpPr>
      <dsp:spPr>
        <a:xfrm>
          <a:off x="951" y="1026133"/>
          <a:ext cx="500302" cy="50030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115A0D-D511-40E8-8602-5AB9A58914D9}">
      <dsp:nvSpPr>
        <dsp:cNvPr id="0" name=""/>
        <dsp:cNvSpPr/>
      </dsp:nvSpPr>
      <dsp:spPr>
        <a:xfrm>
          <a:off x="531272" y="1026133"/>
          <a:ext cx="3179592" cy="500302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Domain-aware evaluation</a:t>
          </a:r>
          <a:r>
            <a:rPr lang="en-US" sz="1000" kern="1200" dirty="0"/>
            <a:t> for technical diagrams and scientific imagery</a:t>
          </a:r>
        </a:p>
      </dsp:txBody>
      <dsp:txXfrm>
        <a:off x="555699" y="1050560"/>
        <a:ext cx="3130738" cy="451448"/>
      </dsp:txXfrm>
    </dsp:sp>
    <dsp:sp modelId="{668E10B6-9F3F-4631-A7E4-16C0BAA39F5E}">
      <dsp:nvSpPr>
        <dsp:cNvPr id="0" name=""/>
        <dsp:cNvSpPr/>
      </dsp:nvSpPr>
      <dsp:spPr>
        <a:xfrm>
          <a:off x="951" y="1586473"/>
          <a:ext cx="500302" cy="50030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E474C-4DC7-4C93-829C-D03947FAFDFB}">
      <dsp:nvSpPr>
        <dsp:cNvPr id="0" name=""/>
        <dsp:cNvSpPr/>
      </dsp:nvSpPr>
      <dsp:spPr>
        <a:xfrm>
          <a:off x="531272" y="1586473"/>
          <a:ext cx="3179592" cy="500302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/>
            <a:t>ProImage</a:t>
          </a:r>
          <a:r>
            <a:rPr lang="en-US" sz="1000" b="1" kern="1200" dirty="0"/>
            <a:t>-Bench</a:t>
          </a:r>
          <a:r>
            <a:rPr lang="en-US" sz="1000" kern="1200" dirty="0"/>
            <a:t>: hierarchical rubrics with thousands of criteria and binary checks</a:t>
          </a:r>
        </a:p>
      </dsp:txBody>
      <dsp:txXfrm>
        <a:off x="555699" y="1610900"/>
        <a:ext cx="3130738" cy="451448"/>
      </dsp:txXfrm>
    </dsp:sp>
    <dsp:sp modelId="{4CFBD6EF-752F-4A68-984E-1211B59B5462}">
      <dsp:nvSpPr>
        <dsp:cNvPr id="0" name=""/>
        <dsp:cNvSpPr/>
      </dsp:nvSpPr>
      <dsp:spPr>
        <a:xfrm>
          <a:off x="951" y="2146812"/>
          <a:ext cx="500302" cy="50030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163E97-F720-4C94-8A62-73ABF461FF93}">
      <dsp:nvSpPr>
        <dsp:cNvPr id="0" name=""/>
        <dsp:cNvSpPr/>
      </dsp:nvSpPr>
      <dsp:spPr>
        <a:xfrm>
          <a:off x="531272" y="2146812"/>
          <a:ext cx="3179592" cy="500302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Geometric &amp; spatial consistency</a:t>
          </a:r>
          <a:r>
            <a:rPr lang="en-US" sz="1000" kern="1200" dirty="0"/>
            <a:t> enabled by depth and metric estimation (e.g., monocular </a:t>
          </a:r>
          <a:r>
            <a:rPr lang="en-US" sz="1000" kern="1200"/>
            <a:t>depth)</a:t>
          </a:r>
          <a:endParaRPr lang="en-US" sz="1000" kern="1200" dirty="0"/>
        </a:p>
      </dsp:txBody>
      <dsp:txXfrm>
        <a:off x="555699" y="2171239"/>
        <a:ext cx="3130738" cy="451448"/>
      </dsp:txXfrm>
    </dsp:sp>
    <dsp:sp modelId="{5E4BF99D-3D11-46A9-8B4C-ABD84630754B}">
      <dsp:nvSpPr>
        <dsp:cNvPr id="0" name=""/>
        <dsp:cNvSpPr/>
      </dsp:nvSpPr>
      <dsp:spPr>
        <a:xfrm>
          <a:off x="4081855" y="435776"/>
          <a:ext cx="3709913" cy="5003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Cultural Competence (</a:t>
          </a:r>
          <a:r>
            <a:rPr lang="en-US" sz="1500" b="1" kern="1200" dirty="0" err="1"/>
            <a:t>AHEaD</a:t>
          </a:r>
          <a:r>
            <a:rPr lang="en-US" sz="1500" b="1" kern="1200" dirty="0"/>
            <a:t> Framework)</a:t>
          </a:r>
        </a:p>
      </dsp:txBody>
      <dsp:txXfrm>
        <a:off x="4096508" y="450429"/>
        <a:ext cx="3680607" cy="470996"/>
      </dsp:txXfrm>
    </dsp:sp>
    <dsp:sp modelId="{20EEC0F0-4A1B-46A4-BD12-136EEBCB0CA4}">
      <dsp:nvSpPr>
        <dsp:cNvPr id="0" name=""/>
        <dsp:cNvSpPr/>
      </dsp:nvSpPr>
      <dsp:spPr>
        <a:xfrm>
          <a:off x="4081855" y="1026133"/>
          <a:ext cx="500302" cy="50030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54EAAB-9B1E-4B3C-B20E-2432635EFB03}">
      <dsp:nvSpPr>
        <dsp:cNvPr id="0" name=""/>
        <dsp:cNvSpPr/>
      </dsp:nvSpPr>
      <dsp:spPr>
        <a:xfrm>
          <a:off x="4612176" y="1026133"/>
          <a:ext cx="3179592" cy="500302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Fidelity extends to </a:t>
          </a:r>
          <a:r>
            <a:rPr lang="en-US" sz="1000" b="1" kern="1200" dirty="0"/>
            <a:t>implicit cultural understanding</a:t>
          </a:r>
          <a:r>
            <a:rPr lang="en-US" sz="1000" kern="1200" dirty="0"/>
            <a:t>, not just explicit prompts</a:t>
          </a:r>
        </a:p>
      </dsp:txBody>
      <dsp:txXfrm>
        <a:off x="4636603" y="1050560"/>
        <a:ext cx="3130738" cy="451448"/>
      </dsp:txXfrm>
    </dsp:sp>
    <dsp:sp modelId="{B81F48C2-9EE0-4AD0-A7F4-11E3EDBD3F5D}">
      <dsp:nvSpPr>
        <dsp:cNvPr id="0" name=""/>
        <dsp:cNvSpPr/>
      </dsp:nvSpPr>
      <dsp:spPr>
        <a:xfrm>
          <a:off x="4081855" y="1586473"/>
          <a:ext cx="500302" cy="50030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B29D8-C964-41A3-A4C1-2D114D0A383B}">
      <dsp:nvSpPr>
        <dsp:cNvPr id="0" name=""/>
        <dsp:cNvSpPr/>
      </dsp:nvSpPr>
      <dsp:spPr>
        <a:xfrm>
          <a:off x="4612176" y="1586473"/>
          <a:ext cx="3179592" cy="500302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Alignment</a:t>
          </a:r>
          <a:r>
            <a:rPr lang="en-US" sz="1000" kern="1200" dirty="0"/>
            <a:t>: correct coverage of implied cultural concepts and activities</a:t>
          </a:r>
        </a:p>
      </dsp:txBody>
      <dsp:txXfrm>
        <a:off x="4636603" y="1610900"/>
        <a:ext cx="3130738" cy="451448"/>
      </dsp:txXfrm>
    </dsp:sp>
    <dsp:sp modelId="{DB940792-11CA-4679-8729-EB14EF5408F6}">
      <dsp:nvSpPr>
        <dsp:cNvPr id="0" name=""/>
        <dsp:cNvSpPr/>
      </dsp:nvSpPr>
      <dsp:spPr>
        <a:xfrm>
          <a:off x="4081855" y="2146812"/>
          <a:ext cx="500302" cy="50030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E65972-CD44-46DA-9BF0-6461694E4932}">
      <dsp:nvSpPr>
        <dsp:cNvPr id="0" name=""/>
        <dsp:cNvSpPr/>
      </dsp:nvSpPr>
      <dsp:spPr>
        <a:xfrm>
          <a:off x="4612176" y="2146812"/>
          <a:ext cx="3179592" cy="500302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Hallucination</a:t>
          </a:r>
          <a:r>
            <a:rPr lang="en-US" sz="1000" kern="1200" dirty="0"/>
            <a:t>: absence of incorrect or anachronistic cultural artifacts</a:t>
          </a:r>
        </a:p>
      </dsp:txBody>
      <dsp:txXfrm>
        <a:off x="4636603" y="2171239"/>
        <a:ext cx="3130738" cy="451448"/>
      </dsp:txXfrm>
    </dsp:sp>
    <dsp:sp modelId="{9F81E4EA-D7DD-4FE8-83E0-DF187A55784B}">
      <dsp:nvSpPr>
        <dsp:cNvPr id="0" name=""/>
        <dsp:cNvSpPr/>
      </dsp:nvSpPr>
      <dsp:spPr>
        <a:xfrm>
          <a:off x="4081855" y="2707151"/>
          <a:ext cx="500302" cy="50030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B54C42-D401-4AD9-A822-5E959D0831A9}">
      <dsp:nvSpPr>
        <dsp:cNvPr id="0" name=""/>
        <dsp:cNvSpPr/>
      </dsp:nvSpPr>
      <dsp:spPr>
        <a:xfrm>
          <a:off x="4612176" y="2707151"/>
          <a:ext cx="3179592" cy="500302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Exaggeration</a:t>
          </a:r>
          <a:r>
            <a:rPr lang="en-US" sz="1000" kern="1200" dirty="0"/>
            <a:t>: avoids caricature or distortion of real-world distributions</a:t>
          </a:r>
        </a:p>
      </dsp:txBody>
      <dsp:txXfrm>
        <a:off x="4636603" y="2731578"/>
        <a:ext cx="3130738" cy="451448"/>
      </dsp:txXfrm>
    </dsp:sp>
    <dsp:sp modelId="{43A154EA-504D-4F2F-AB33-63650607240E}">
      <dsp:nvSpPr>
        <dsp:cNvPr id="0" name=""/>
        <dsp:cNvSpPr/>
      </dsp:nvSpPr>
      <dsp:spPr>
        <a:xfrm>
          <a:off x="4081855" y="3267490"/>
          <a:ext cx="500302" cy="50030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F26C0-86B9-4A98-9F61-F532458E8C4B}">
      <dsp:nvSpPr>
        <dsp:cNvPr id="0" name=""/>
        <dsp:cNvSpPr/>
      </dsp:nvSpPr>
      <dsp:spPr>
        <a:xfrm>
          <a:off x="4612176" y="3267490"/>
          <a:ext cx="3179592" cy="500302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Diversity</a:t>
          </a:r>
          <a:r>
            <a:rPr lang="en-US" sz="1000" kern="1200" dirty="0"/>
            <a:t>: meaningful cultural variation beyond surface-level visuals</a:t>
          </a:r>
        </a:p>
      </dsp:txBody>
      <dsp:txXfrm>
        <a:off x="4636603" y="3291917"/>
        <a:ext cx="3130738" cy="4514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25FB6D-24E4-4AF4-98C9-80B9789E15B9}">
      <dsp:nvSpPr>
        <dsp:cNvPr id="0" name=""/>
        <dsp:cNvSpPr/>
      </dsp:nvSpPr>
      <dsp:spPr>
        <a:xfrm>
          <a:off x="0" y="8978"/>
          <a:ext cx="8910320" cy="4422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800" b="1" kern="1200" dirty="0"/>
            <a:t>Tier 1 North Star Metrics</a:t>
          </a:r>
          <a:r>
            <a:rPr lang="en-US" sz="1800" kern="1200" dirty="0"/>
            <a:t>(Final Sign-Off)</a:t>
          </a:r>
        </a:p>
      </dsp:txBody>
      <dsp:txXfrm>
        <a:off x="21589" y="30567"/>
        <a:ext cx="8867142" cy="399082"/>
      </dsp:txXfrm>
    </dsp:sp>
    <dsp:sp modelId="{FFEC1FCC-B733-4AFC-BD03-56F48A59476F}">
      <dsp:nvSpPr>
        <dsp:cNvPr id="0" name=""/>
        <dsp:cNvSpPr/>
      </dsp:nvSpPr>
      <dsp:spPr>
        <a:xfrm>
          <a:off x="0" y="451238"/>
          <a:ext cx="8910320" cy="1378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2903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200" b="1" kern="1200" dirty="0">
              <a:latin typeface="+mn-lt"/>
            </a:rPr>
            <a:t>Soft-TIFA GM </a:t>
          </a:r>
          <a:r>
            <a:rPr lang="en-US" sz="1200" b="0" kern="1200" dirty="0">
              <a:latin typeface="+mn-lt"/>
            </a:rPr>
            <a:t>(Primary Decision Metric)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>
              <a:latin typeface="+mn-lt"/>
            </a:rPr>
            <a:t> Atomic decomposition with geometric mean aggregation, Penalizes any single prompt violation, 94.5% AUROC vs human judgment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200" b="1" kern="1200" dirty="0">
              <a:latin typeface="+mn-lt"/>
            </a:rPr>
            <a:t>Structural Validation </a:t>
          </a:r>
          <a:r>
            <a:rPr lang="en-US" sz="1200" b="0" kern="1200" dirty="0">
              <a:latin typeface="+mn-lt"/>
            </a:rPr>
            <a:t>References (Used as complementary validation layers)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>
              <a:latin typeface="+mn-lt"/>
            </a:rPr>
            <a:t>DSG Score: Employed for validating complex relational logic with high structural robustness.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PSG Score: A fine-grained visual metric that constructs scene graphs from panoptic segmentation outputs to assess object identities, attributes, and relational consistency. </a:t>
          </a:r>
          <a:endParaRPr lang="en-US" sz="1200" kern="1200" dirty="0">
            <a:latin typeface="+mn-lt"/>
          </a:endParaRPr>
        </a:p>
      </dsp:txBody>
      <dsp:txXfrm>
        <a:off x="0" y="451238"/>
        <a:ext cx="8910320" cy="1378620"/>
      </dsp:txXfrm>
    </dsp:sp>
    <dsp:sp modelId="{05D73472-0A4B-4075-95FF-3F6BA487A705}">
      <dsp:nvSpPr>
        <dsp:cNvPr id="0" name=""/>
        <dsp:cNvSpPr/>
      </dsp:nvSpPr>
      <dsp:spPr>
        <a:xfrm>
          <a:off x="0" y="1829858"/>
          <a:ext cx="8910320" cy="44226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Tier 2 Supporting Metrics: </a:t>
          </a:r>
          <a:endParaRPr lang="en-US" sz="1800" b="1" kern="1200" dirty="0"/>
        </a:p>
      </dsp:txBody>
      <dsp:txXfrm>
        <a:off x="21589" y="1851447"/>
        <a:ext cx="8867142" cy="399082"/>
      </dsp:txXfrm>
    </dsp:sp>
    <dsp:sp modelId="{2E945BEC-1936-4E90-9F21-8EF956DBD9B1}">
      <dsp:nvSpPr>
        <dsp:cNvPr id="0" name=""/>
        <dsp:cNvSpPr/>
      </dsp:nvSpPr>
      <dsp:spPr>
        <a:xfrm>
          <a:off x="0" y="2272118"/>
          <a:ext cx="8910320" cy="1192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2903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 err="1"/>
            <a:t>VQAScore</a:t>
          </a:r>
          <a:r>
            <a:rPr lang="en-US" sz="1200" kern="1200" dirty="0"/>
            <a:t>: Optimized for low-latency production gatekeeping and real-time alignment screening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b="0" kern="1200" dirty="0" err="1"/>
            <a:t>VPEval</a:t>
          </a:r>
          <a:r>
            <a:rPr lang="en-US" sz="1200" b="0" kern="1200" dirty="0"/>
            <a:t>: Provides an Explainability Layer via visual programming, allowing developers to debug failures by tracing evaluation programs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/>
            <a:t>T2ISafety: Utilized for structured hierarchical audits of toxicity, fairness, and privacy dimensions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 err="1"/>
            <a:t>AHEaD</a:t>
          </a:r>
          <a:r>
            <a:rPr lang="en-US" sz="1200" kern="1200" dirty="0"/>
            <a:t>: The primary metric for cultural activity alignment and prevention of caricature exaggeration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/>
            <a:t>VLM-as-a-Judge: Evaluates </a:t>
          </a:r>
          <a:r>
            <a:rPr lang="en-US" sz="1200" i="1" kern="1200" dirty="0"/>
            <a:t>implicit reasoning</a:t>
          </a:r>
          <a:r>
            <a:rPr lang="en-US" sz="1200" kern="1200" dirty="0"/>
            <a:t>, consistency, and commonsense</a:t>
          </a:r>
        </a:p>
      </dsp:txBody>
      <dsp:txXfrm>
        <a:off x="0" y="2272118"/>
        <a:ext cx="8910320" cy="1192320"/>
      </dsp:txXfrm>
    </dsp:sp>
    <dsp:sp modelId="{B3EFFC59-19D9-41C4-8339-874F0FAFA761}">
      <dsp:nvSpPr>
        <dsp:cNvPr id="0" name=""/>
        <dsp:cNvSpPr/>
      </dsp:nvSpPr>
      <dsp:spPr>
        <a:xfrm>
          <a:off x="0" y="3464438"/>
          <a:ext cx="8910320" cy="4422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Tier 3: The Calibration Core (Judge Integrity)</a:t>
          </a:r>
        </a:p>
      </dsp:txBody>
      <dsp:txXfrm>
        <a:off x="21589" y="3486027"/>
        <a:ext cx="8867142" cy="399082"/>
      </dsp:txXfrm>
    </dsp:sp>
    <dsp:sp modelId="{96C6DDC1-45F3-401C-907D-0ECF9B4A5849}">
      <dsp:nvSpPr>
        <dsp:cNvPr id="0" name=""/>
        <dsp:cNvSpPr/>
      </dsp:nvSpPr>
      <dsp:spPr>
        <a:xfrm>
          <a:off x="0" y="3906698"/>
          <a:ext cx="8910320" cy="801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2903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/>
            <a:t>This tier functions as the meta-evaluation layer of the system.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/>
            <a:t>Its objective is not to assess model outputs directly, but to continuously evaluate and calibrate the automated judge itself — ensuring Stability across backbone updates, Calibration consistency, Drift detection and Robustness against evaluator bias.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/>
            <a:t>This tier safeguards long-term reliability and prevents evaluator drift from compromising system integrity</a:t>
          </a:r>
          <a:r>
            <a:rPr lang="en-US" sz="1300" kern="1200" dirty="0"/>
            <a:t>.</a:t>
          </a:r>
        </a:p>
      </dsp:txBody>
      <dsp:txXfrm>
        <a:off x="0" y="3906698"/>
        <a:ext cx="8910320" cy="8010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A9CDF3-72F5-4150-9087-9B56F792D127}">
      <dsp:nvSpPr>
        <dsp:cNvPr id="0" name=""/>
        <dsp:cNvSpPr/>
      </dsp:nvSpPr>
      <dsp:spPr>
        <a:xfrm>
          <a:off x="-4594335" y="-704407"/>
          <a:ext cx="5472816" cy="5472816"/>
        </a:xfrm>
        <a:prstGeom prst="blockArc">
          <a:avLst>
            <a:gd name="adj1" fmla="val 18900000"/>
            <a:gd name="adj2" fmla="val 2700000"/>
            <a:gd name="adj3" fmla="val 395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B389ED-E37B-4333-BCA0-AE4CC8E56E8D}">
      <dsp:nvSpPr>
        <dsp:cNvPr id="0" name=""/>
        <dsp:cNvSpPr/>
      </dsp:nvSpPr>
      <dsp:spPr>
        <a:xfrm>
          <a:off x="384538" y="253918"/>
          <a:ext cx="5656275" cy="508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335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Reasoning over similarity: Atomized metrics outperform CLIP-style </a:t>
          </a:r>
          <a:r>
            <a:rPr lang="en-US" sz="1500" kern="1200"/>
            <a:t>alignment.</a:t>
          </a:r>
          <a:endParaRPr lang="en-US" sz="1500" kern="1200" dirty="0"/>
        </a:p>
      </dsp:txBody>
      <dsp:txXfrm>
        <a:off x="384538" y="253918"/>
        <a:ext cx="5656275" cy="508162"/>
      </dsp:txXfrm>
    </dsp:sp>
    <dsp:sp modelId="{DCCD9E80-EB7E-4970-B79C-1F48A0CE350F}">
      <dsp:nvSpPr>
        <dsp:cNvPr id="0" name=""/>
        <dsp:cNvSpPr/>
      </dsp:nvSpPr>
      <dsp:spPr>
        <a:xfrm>
          <a:off x="66936" y="190398"/>
          <a:ext cx="635203" cy="635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2F2D06-782A-4E2B-8F89-B473ECFFC00A}">
      <dsp:nvSpPr>
        <dsp:cNvPr id="0" name=""/>
        <dsp:cNvSpPr/>
      </dsp:nvSpPr>
      <dsp:spPr>
        <a:xfrm>
          <a:off x="748672" y="1015918"/>
          <a:ext cx="5292140" cy="508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335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Tiered evaluation: Fast gating plus interpretable debugging.</a:t>
          </a:r>
        </a:p>
      </dsp:txBody>
      <dsp:txXfrm>
        <a:off x="748672" y="1015918"/>
        <a:ext cx="5292140" cy="508162"/>
      </dsp:txXfrm>
    </dsp:sp>
    <dsp:sp modelId="{AEC500DD-4CB6-4380-A918-DFAB70D458EE}">
      <dsp:nvSpPr>
        <dsp:cNvPr id="0" name=""/>
        <dsp:cNvSpPr/>
      </dsp:nvSpPr>
      <dsp:spPr>
        <a:xfrm>
          <a:off x="431071" y="952398"/>
          <a:ext cx="635203" cy="635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09CE1-F9C1-4837-A647-1404FBD54EE1}">
      <dsp:nvSpPr>
        <dsp:cNvPr id="0" name=""/>
        <dsp:cNvSpPr/>
      </dsp:nvSpPr>
      <dsp:spPr>
        <a:xfrm>
          <a:off x="860432" y="1777918"/>
          <a:ext cx="5180380" cy="508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335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Judge integrity matters: Human-calibrated, bias-aware evaluators.</a:t>
          </a:r>
        </a:p>
      </dsp:txBody>
      <dsp:txXfrm>
        <a:off x="860432" y="1777918"/>
        <a:ext cx="5180380" cy="508162"/>
      </dsp:txXfrm>
    </dsp:sp>
    <dsp:sp modelId="{7E0C15E5-59B3-4846-A3A4-1461F14CC5D4}">
      <dsp:nvSpPr>
        <dsp:cNvPr id="0" name=""/>
        <dsp:cNvSpPr/>
      </dsp:nvSpPr>
      <dsp:spPr>
        <a:xfrm>
          <a:off x="542831" y="1714398"/>
          <a:ext cx="635203" cy="635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6ED6DD-2262-4076-81D4-57D452B573BA}">
      <dsp:nvSpPr>
        <dsp:cNvPr id="0" name=""/>
        <dsp:cNvSpPr/>
      </dsp:nvSpPr>
      <dsp:spPr>
        <a:xfrm>
          <a:off x="748672" y="2539918"/>
          <a:ext cx="5292140" cy="508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335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Governance is core: Safety, culture, and domain fidelity.</a:t>
          </a:r>
        </a:p>
      </dsp:txBody>
      <dsp:txXfrm>
        <a:off x="748672" y="2539918"/>
        <a:ext cx="5292140" cy="508162"/>
      </dsp:txXfrm>
    </dsp:sp>
    <dsp:sp modelId="{53CD8757-DFC9-4958-AEF8-E372E783C5E8}">
      <dsp:nvSpPr>
        <dsp:cNvPr id="0" name=""/>
        <dsp:cNvSpPr/>
      </dsp:nvSpPr>
      <dsp:spPr>
        <a:xfrm>
          <a:off x="431071" y="2476398"/>
          <a:ext cx="635203" cy="635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825C0A-AF4E-4156-82F2-0ADB868897CA}">
      <dsp:nvSpPr>
        <dsp:cNvPr id="0" name=""/>
        <dsp:cNvSpPr/>
      </dsp:nvSpPr>
      <dsp:spPr>
        <a:xfrm>
          <a:off x="384538" y="3301918"/>
          <a:ext cx="5656275" cy="508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335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Proactive defense: Red-teaming and activation steering.</a:t>
          </a:r>
        </a:p>
      </dsp:txBody>
      <dsp:txXfrm>
        <a:off x="384538" y="3301918"/>
        <a:ext cx="5656275" cy="508162"/>
      </dsp:txXfrm>
    </dsp:sp>
    <dsp:sp modelId="{F43EF6CD-21A0-4041-AA0B-5C75A78A7FBD}">
      <dsp:nvSpPr>
        <dsp:cNvPr id="0" name=""/>
        <dsp:cNvSpPr/>
      </dsp:nvSpPr>
      <dsp:spPr>
        <a:xfrm>
          <a:off x="66936" y="3238398"/>
          <a:ext cx="635203" cy="635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8BD5F-4FA8-4FD7-A259-569559E62F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15975" y="1143000"/>
            <a:ext cx="5226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304AF-1082-4221-AC3C-0694E7DC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67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TIFA / Soft-TIFA</a:t>
            </a:r>
            <a:r>
              <a:rPr lang="en-US" dirty="0"/>
              <a:t> → atomic </a:t>
            </a:r>
            <a:r>
              <a:rPr lang="en-US" i="1" dirty="0"/>
              <a:t>fact satisfaction</a:t>
            </a:r>
            <a:endParaRPr lang="en-US" dirty="0"/>
          </a:p>
          <a:p>
            <a:r>
              <a:rPr lang="en-US" b="1" dirty="0"/>
              <a:t>DSG / PSG</a:t>
            </a:r>
            <a:r>
              <a:rPr lang="en-US" dirty="0"/>
              <a:t> → </a:t>
            </a:r>
            <a:r>
              <a:rPr lang="en-US" i="1" dirty="0"/>
              <a:t>relational structure correctness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304AF-1082-4221-AC3C-0694E7DCDF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28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3CA34-35DB-934F-D51A-2195BDB14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4FFC3-9328-A698-B34D-CFECEDD7C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87342-B449-8A30-5358-F72437612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structure implicitly argues that:</a:t>
            </a:r>
          </a:p>
          <a:p>
            <a:r>
              <a:rPr lang="en-US" b="1" dirty="0"/>
              <a:t>Alignment &amp; Structural Metrics</a:t>
            </a:r>
            <a:r>
              <a:rPr lang="en-US" dirty="0"/>
              <a:t> → measure </a:t>
            </a:r>
            <a:r>
              <a:rPr lang="en-US" i="1" dirty="0"/>
              <a:t>semantic faithfulness and compositional correctness</a:t>
            </a:r>
            <a:endParaRPr lang="en-US" dirty="0"/>
          </a:p>
          <a:p>
            <a:r>
              <a:rPr lang="en-US" b="1" dirty="0"/>
              <a:t>Reasoning &amp; Perceptual Metrics</a:t>
            </a:r>
            <a:r>
              <a:rPr lang="en-US" dirty="0"/>
              <a:t> → measure </a:t>
            </a:r>
            <a:r>
              <a:rPr lang="en-US" i="1" dirty="0"/>
              <a:t>logical verification and low-level visual similarity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B7505-5FE9-D936-5A95-F0ECAD1AD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304AF-1082-4221-AC3C-0694E7DCDF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82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1A5ED-FF2D-CE9B-ED4B-A3D9E1D15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83861"/>
            <a:ext cx="6858000" cy="188023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FCFC99-E72F-B951-7BFD-7871EAA33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36605"/>
            <a:ext cx="6858000" cy="130391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8285E-5345-364D-E26C-8C335BF9A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ED7E2-1A53-2168-DF7E-736EE6C4D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E4D47-640A-BE5F-8519-6D16D68B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5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59D3-01E5-87F8-26D9-402069DBC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6EA4A-7A0F-27BC-9D6C-B955DD21F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1D0F7-FF42-7AC5-F306-196CEA40D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B23A3-403C-19FE-0B27-046FF2C0A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A7EC8-B6C5-5436-B99D-336E006E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3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07349-B24C-AFA6-51D2-EBAAA2FE8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46419"/>
            <a:ext cx="7886700" cy="224653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8E3B4-3D8F-8EE3-F7DE-2ABCEC4FC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614203"/>
            <a:ext cx="7886700" cy="118139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4B895-D1B4-0A9C-700E-7A0DFE7CB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C5FE1-B47F-75C1-EA58-149109B20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8C61A-D979-1A08-1F07-3D999B1CD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48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C671-E537-20FB-C57D-AFABFF16C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CE102-E555-1464-EF24-C7192FDDB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37680"/>
            <a:ext cx="3886200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6E770-E6BA-AA87-1A1A-E9145843D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37680"/>
            <a:ext cx="3886200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1BBF6-051B-BADC-572D-E50731CC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12440-DFB4-377C-46AD-04A8721A6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2271C-75FD-6B2A-CF05-9A5F93E4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91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3C154-9C09-67C6-03FB-AB6C0EF81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87536"/>
            <a:ext cx="7886700" cy="10438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0FE4F-2394-9DF2-E3D2-105484EE7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323916"/>
            <a:ext cx="3868340" cy="64883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0FBC6-C580-8990-0F5A-6988A35D6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972747"/>
            <a:ext cx="3868340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280963-339C-5E01-F580-309976FFEC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323916"/>
            <a:ext cx="3887391" cy="64883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E01B4B-42FF-DB50-CD22-B0F29C3BE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972747"/>
            <a:ext cx="3887391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99A4FE-E9CE-7789-8365-A06916362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33A2D6-D0AB-B9CE-8A74-F5C2FC3A1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4DCB27-078B-91AB-6D56-A7248486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35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3C30-CD40-A361-BBE1-416B1A189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8DE97B-6CAF-A784-8B6A-7A6720E0B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DACC9-79AE-5B3D-14E3-B9588739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841FF-6260-1B44-4967-2A3FD3298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63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17893-DC9B-5A99-A768-006CDA5ED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A7008-D205-EB27-9E91-0DF0D6CFE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0CAFC-5D93-416C-8BD9-11AADDD5C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5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DCBF1-BFAD-1266-4BEE-4DB27FA20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0045"/>
            <a:ext cx="2949178" cy="126015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51311-2E17-1A83-8017-B2ED72225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77597"/>
            <a:ext cx="4629150" cy="383798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A8CC0-1038-DB6B-F6D9-4BECCDFE6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620202"/>
            <a:ext cx="2949178" cy="300162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ABA7B-B131-C80C-4F51-12B73E2DC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8F5CD-E497-10B1-4866-3C953A28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9380D-7B88-58F9-2D39-3F071992B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21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772D9-749A-6EA9-181F-14B68F3A0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0045"/>
            <a:ext cx="2949178" cy="126015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343EFA-801E-58D3-61D6-D1816A138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77597"/>
            <a:ext cx="4629150" cy="383798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D3F16-E8DE-F590-AABA-6161D884D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620202"/>
            <a:ext cx="2949178" cy="300162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F5007-942B-EDB0-4512-3D4734D0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8099D-99CE-B92E-4629-794A68A9E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20F44-4D15-6B1D-1EF9-537FA8623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882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86B53-C2AA-9476-82E2-5DE810C5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A2A9A-BA59-BDD3-CF0C-E6F81C3C0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F2CD4-2044-6B01-7E7A-EEF854D3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2E7B1-F582-F4A7-560E-887CC479B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68ED0-15DE-251C-0571-84AAE5D2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48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FC5365-A3D6-5B24-9ADE-D137A2540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87536"/>
            <a:ext cx="1971675" cy="457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8CE41-0633-C1A5-C092-8DB23C1D3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87536"/>
            <a:ext cx="5800725" cy="457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98590-3A33-EEE1-5229-451B0AC1F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4D4FB-480A-81B9-E7D5-7D54DE09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61124-4323-8579-A2EE-3D72D3163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9DB910-DB84-D189-CBFB-F0FB270E2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7536"/>
            <a:ext cx="7886700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59076-2DA1-574D-BDD7-378BA2A0D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37680"/>
            <a:ext cx="7886700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11B3D-941D-AFA4-9D1A-A954D8753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005626"/>
            <a:ext cx="20574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ECFEE-1BAD-5F99-40BB-24039C116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005626"/>
            <a:ext cx="30861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D5829-0312-B7DC-7953-585764D8F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005626"/>
            <a:ext cx="20574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1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hshujuan/text_to_image_grader/blob/main/webapp/gradio-demo/Human%20Evaluation%20Guidelines%20for%20Text-to-Image%20(T2I)%20Quality.md" TargetMode="External"/><Relationship Id="rId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hyperlink" Target="https://docs.google.com/spreadsheets/d/1xmA6Or-yqlhQjnwxlz9KF_RBjZhHOumZBbD4NInJ5kQ/edit?gid=170529669#gid=170529669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30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54006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1800224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71351" y="700938"/>
            <a:ext cx="3485178" cy="12793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US" sz="3600" dirty="0" err="1">
                <a:solidFill>
                  <a:srgbClr val="0070C0"/>
                </a:solidFill>
              </a:rPr>
              <a:t>Autograding</a:t>
            </a:r>
            <a:r>
              <a:rPr lang="en-US" sz="3600" dirty="0">
                <a:solidFill>
                  <a:srgbClr val="0070C0"/>
                </a:solidFill>
              </a:rPr>
              <a:t> Text‑to‑Image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351" y="2160270"/>
            <a:ext cx="3485179" cy="2845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defRPr sz="1800">
                <a:solidFill>
                  <a:srgbClr val="DCDCDC"/>
                </a:solidFill>
              </a:defRPr>
            </a:pPr>
            <a:r>
              <a:rPr lang="en-US" sz="1600" dirty="0">
                <a:solidFill>
                  <a:srgbClr val="002060"/>
                </a:solidFill>
              </a:rPr>
              <a:t>Strategic Frameworks for Multimodal </a:t>
            </a:r>
            <a:r>
              <a:rPr lang="en-US" sz="1600" dirty="0" err="1">
                <a:solidFill>
                  <a:srgbClr val="002060"/>
                </a:solidFill>
              </a:rPr>
              <a:t>Autograding</a:t>
            </a:r>
            <a:endParaRPr lang="en-US" sz="1600" dirty="0">
              <a:solidFill>
                <a:srgbClr val="002060"/>
              </a:solidFill>
            </a:endParaRPr>
          </a:p>
          <a:p>
            <a:pPr algn="ctr">
              <a:defRPr sz="1800">
                <a:solidFill>
                  <a:srgbClr val="DCDCDC"/>
                </a:solidFill>
              </a:defRPr>
            </a:pPr>
            <a:endParaRPr lang="en-US" sz="1600" dirty="0">
              <a:solidFill>
                <a:srgbClr val="002060"/>
              </a:solidFill>
            </a:endParaRPr>
          </a:p>
          <a:p>
            <a:pPr algn="ctr">
              <a:defRPr sz="1800">
                <a:solidFill>
                  <a:srgbClr val="DCDCDC"/>
                </a:solidFill>
              </a:defRPr>
            </a:pPr>
            <a:r>
              <a:rPr lang="en-US" sz="1600" dirty="0">
                <a:solidFill>
                  <a:srgbClr val="002060"/>
                </a:solidFill>
              </a:rPr>
              <a:t>Jane Huang</a:t>
            </a:r>
          </a:p>
          <a:p>
            <a:pPr algn="ctr">
              <a:defRPr sz="1800">
                <a:solidFill>
                  <a:srgbClr val="DCDCDC"/>
                </a:solidFill>
              </a:defRPr>
            </a:pPr>
            <a:r>
              <a:rPr lang="en-US" sz="1600" dirty="0">
                <a:solidFill>
                  <a:srgbClr val="002060"/>
                </a:solidFill>
              </a:rPr>
              <a:t>Jan. 2026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 sz="2000">
                <a:solidFill>
                  <a:srgbClr val="2A3A5A"/>
                </a:solidFill>
              </a:defRPr>
            </a:pPr>
            <a:endParaRPr lang="en-US" sz="1500" dirty="0"/>
          </a:p>
        </p:txBody>
      </p:sp>
      <p:pic>
        <p:nvPicPr>
          <p:cNvPr id="5" name="Picture 4" descr="An abstract design with lines and financial symbols">
            <a:extLst>
              <a:ext uri="{FF2B5EF4-FFF2-40B4-BE49-F238E27FC236}">
                <a16:creationId xmlns:a16="http://schemas.microsoft.com/office/drawing/2014/main" id="{C727E689-16F4-D327-7DF1-1CD96B5817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75" r="22265" b="-1"/>
          <a:stretch>
            <a:fillRect/>
          </a:stretch>
        </p:blipFill>
        <p:spPr>
          <a:xfrm>
            <a:off x="4572000" y="10"/>
            <a:ext cx="4577118" cy="54006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2E6223-7AB4-91BF-5BD3-D281BCA21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4006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D65C9-BF9D-7973-F5A6-55B85941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2325"/>
            <a:ext cx="3840421" cy="1043881"/>
          </a:xfrm>
        </p:spPr>
        <p:txBody>
          <a:bodyPr>
            <a:normAutofit/>
          </a:bodyPr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08416-7B01-7D9C-89F2-56FD73E14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7679"/>
            <a:ext cx="3819146" cy="3426679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sz="1500"/>
              <a:t>T2I evaluation has evolved from coarse statistical similarity metrics to fine-grained, atomized reasoning using multimodal models.</a:t>
            </a:r>
          </a:p>
          <a:p>
            <a:pPr>
              <a:defRPr sz="1800"/>
            </a:pPr>
            <a:endParaRPr lang="en-US" sz="1500"/>
          </a:p>
          <a:p>
            <a:pPr>
              <a:defRPr sz="1800"/>
            </a:pPr>
            <a:r>
              <a:rPr lang="en-US" sz="1500"/>
              <a:t>Traditional metrics no longer suffice as generative models produce images that are information-dense, scientifically precise, and culturally nuanced.</a:t>
            </a:r>
          </a:p>
          <a:p>
            <a:pPr>
              <a:defRPr sz="1800"/>
            </a:pPr>
            <a:endParaRPr lang="en-US" sz="1500"/>
          </a:p>
          <a:p>
            <a:pPr>
              <a:defRPr sz="1800"/>
            </a:pPr>
            <a:r>
              <a:rPr lang="en-US" sz="1500"/>
              <a:t>The evaluation focus has shifted from visual realism to faithful adherence to every component of complex, multi-constraint instructions.</a:t>
            </a:r>
          </a:p>
        </p:txBody>
      </p:sp>
      <p:sp>
        <p:nvSpPr>
          <p:cNvPr id="2057" name="Oval 2056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5426" y="1074726"/>
            <a:ext cx="710616" cy="7259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9" name="Arc 2058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4450206" y="-454700"/>
            <a:ext cx="3166689" cy="3015895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7B02C1-955D-1869-9151-5E1612E3BE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" b="10262"/>
          <a:stretch>
            <a:fillRect/>
          </a:stretch>
        </p:blipFill>
        <p:spPr>
          <a:xfrm>
            <a:off x="4808584" y="10"/>
            <a:ext cx="2639484" cy="236871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  <p:sp>
        <p:nvSpPr>
          <p:cNvPr id="6" name="AutoShape 5" descr="Image of ">
            <a:extLst>
              <a:ext uri="{FF2B5EF4-FFF2-40B4-BE49-F238E27FC236}">
                <a16:creationId xmlns:a16="http://schemas.microsoft.com/office/drawing/2014/main" id="{D8464052-275E-2117-A706-0976A2042D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5479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7" descr="Image of ">
            <a:extLst>
              <a:ext uri="{FF2B5EF4-FFF2-40B4-BE49-F238E27FC236}">
                <a16:creationId xmlns:a16="http://schemas.microsoft.com/office/drawing/2014/main" id="{2FC5E064-5DA4-A354-7EA9-03BEC82FF3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7003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Text to image concept typing icon turns ...">
            <a:extLst>
              <a:ext uri="{FF2B5EF4-FFF2-40B4-BE49-F238E27FC236}">
                <a16:creationId xmlns:a16="http://schemas.microsoft.com/office/drawing/2014/main" id="{187E91D8-981F-880D-8B36-5D005BA504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" r="18194" b="14206"/>
          <a:stretch>
            <a:fillRect/>
          </a:stretch>
        </p:blipFill>
        <p:spPr bwMode="auto">
          <a:xfrm>
            <a:off x="5560001" y="2086453"/>
            <a:ext cx="3278901" cy="3168775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2471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677" y="500210"/>
            <a:ext cx="4220796" cy="425349"/>
          </a:xfrm>
        </p:spPr>
        <p:txBody>
          <a:bodyPr>
            <a:normAutofit fontScale="90000"/>
          </a:bodyPr>
          <a:lstStyle/>
          <a:p>
            <a:r>
              <a:rPr dirty="0"/>
              <a:t>Evolution of T2I Evaluation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5EE001-A32E-F655-D7B7-715523637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984773"/>
              </p:ext>
            </p:extLst>
          </p:nvPr>
        </p:nvGraphicFramePr>
        <p:xfrm>
          <a:off x="503604" y="1552243"/>
          <a:ext cx="7929195" cy="37702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0315">
                  <a:extLst>
                    <a:ext uri="{9D8B030D-6E8A-4147-A177-3AD203B41FA5}">
                      <a16:colId xmlns:a16="http://schemas.microsoft.com/office/drawing/2014/main" val="1063379601"/>
                    </a:ext>
                  </a:extLst>
                </a:gridCol>
                <a:gridCol w="2309951">
                  <a:extLst>
                    <a:ext uri="{9D8B030D-6E8A-4147-A177-3AD203B41FA5}">
                      <a16:colId xmlns:a16="http://schemas.microsoft.com/office/drawing/2014/main" val="1306195328"/>
                    </a:ext>
                  </a:extLst>
                </a:gridCol>
                <a:gridCol w="1882899">
                  <a:extLst>
                    <a:ext uri="{9D8B030D-6E8A-4147-A177-3AD203B41FA5}">
                      <a16:colId xmlns:a16="http://schemas.microsoft.com/office/drawing/2014/main" val="616795011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540739498"/>
                    </a:ext>
                  </a:extLst>
                </a:gridCol>
              </a:tblGrid>
              <a:tr h="35024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b="1" dirty="0">
                          <a:effectLst/>
                        </a:rPr>
                        <a:t>Era</a:t>
                      </a:r>
                      <a:endParaRPr lang="en-US" sz="12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b="1" dirty="0">
                          <a:effectLst/>
                        </a:rPr>
                        <a:t>Primary Metrics</a:t>
                      </a:r>
                      <a:endParaRPr lang="en-US" sz="12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b="1" dirty="0">
                          <a:effectLst/>
                        </a:rPr>
                        <a:t>Core Evaluative Focus</a:t>
                      </a:r>
                      <a:endParaRPr lang="en-US" sz="12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b="1" dirty="0">
                          <a:effectLst/>
                        </a:rPr>
                        <a:t>Technical Limitations</a:t>
                      </a:r>
                      <a:endParaRPr lang="en-US" sz="12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169246"/>
                  </a:ext>
                </a:extLst>
              </a:tr>
              <a:tr h="59103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b="1" dirty="0">
                          <a:effectLst/>
                        </a:rPr>
                        <a:t>2017–2020: Distributional Fidelity</a:t>
                      </a:r>
                      <a:endParaRPr lang="en-US" sz="11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FID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(Fréchet Inception Distance),</a:t>
                      </a:r>
                    </a:p>
                    <a:p>
                      <a:pPr marL="0" marR="0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 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(Inception Score)</a:t>
                      </a:r>
                    </a:p>
                  </a:txBody>
                  <a:tcPr marL="82088" marR="82088" marT="54726" marB="54726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dirty="0">
                          <a:effectLst/>
                        </a:rPr>
                        <a:t>Realism and diversity of generated image distributions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>
                          <a:effectLst/>
                        </a:rPr>
                        <a:t>Agnostic to prompt adherence; cannot evaluate semantic correctness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/>
                </a:tc>
                <a:extLst>
                  <a:ext uri="{0D108BD9-81ED-4DB2-BD59-A6C34878D82A}">
                    <a16:rowId xmlns:a16="http://schemas.microsoft.com/office/drawing/2014/main" val="4265947324"/>
                  </a:ext>
                </a:extLst>
              </a:tr>
              <a:tr h="59103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b="1" dirty="0">
                          <a:effectLst/>
                        </a:rPr>
                        <a:t>2021–2022: Semantic Alignment</a:t>
                      </a:r>
                      <a:endParaRPr lang="en-US" sz="11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 b="1" dirty="0" err="1">
                          <a:effectLst/>
                        </a:rPr>
                        <a:t>CLIPScore</a:t>
                      </a:r>
                      <a:r>
                        <a:rPr lang="en-US" sz="1000" b="0" dirty="0">
                          <a:effectLst/>
                        </a:rPr>
                        <a:t> 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(Contrastive Language-Image Pre-training Score)</a:t>
                      </a:r>
                      <a:r>
                        <a:rPr lang="en-US" sz="1000" b="0" dirty="0">
                          <a:effectLst/>
                        </a:rPr>
                        <a:t>, </a:t>
                      </a:r>
                    </a:p>
                    <a:p>
                      <a:pPr marL="0" marR="0">
                        <a:buNone/>
                      </a:pPr>
                      <a:r>
                        <a:rPr lang="en-US" sz="1000" b="1" dirty="0">
                          <a:effectLst/>
                        </a:rPr>
                        <a:t>R-Precision</a:t>
                      </a:r>
                      <a:r>
                        <a:rPr lang="en-US" sz="1000" b="0" dirty="0">
                          <a:effectLst/>
                        </a:rPr>
                        <a:t> </a:t>
                      </a:r>
                      <a:r>
                        <a:rPr lang="en-US" sz="1000" b="0" dirty="0"/>
                        <a:t>(Retrieval Precision)</a:t>
                      </a:r>
                      <a:endParaRPr lang="en-US" sz="10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dirty="0">
                          <a:effectLst/>
                        </a:rPr>
                        <a:t>Joint image–text embedding similarity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>
                          <a:effectLst/>
                        </a:rPr>
                        <a:t>"Bag-of-words" behavior; fails on counting and spatial relations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/>
                </a:tc>
                <a:extLst>
                  <a:ext uri="{0D108BD9-81ED-4DB2-BD59-A6C34878D82A}">
                    <a16:rowId xmlns:a16="http://schemas.microsoft.com/office/drawing/2014/main" val="1220583351"/>
                  </a:ext>
                </a:extLst>
              </a:tr>
              <a:tr h="59103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b="1" dirty="0">
                          <a:effectLst/>
                        </a:rPr>
                        <a:t>2023: Decomposed Reasoning</a:t>
                      </a:r>
                      <a:endParaRPr lang="en-US" sz="11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TIFA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(Text-to-Image Faithfulness evaluation with question Answering), </a:t>
                      </a:r>
                      <a:r>
                        <a:rPr lang="en-US" sz="1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VPEval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(Visual Programming for Explainable Evaluation) ,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DSG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Davidsonian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Scene Graph Score)</a:t>
                      </a:r>
                    </a:p>
                  </a:txBody>
                  <a:tcPr marL="82088" marR="82088" marT="54726" marB="54726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dirty="0">
                          <a:effectLst/>
                        </a:rPr>
                        <a:t>Prompt decomposition into atomic facts verified via VQA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dirty="0">
                          <a:effectLst/>
                        </a:rPr>
                        <a:t>Sensitive to LLM decomposition quality and question bias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/>
                </a:tc>
                <a:extLst>
                  <a:ext uri="{0D108BD9-81ED-4DB2-BD59-A6C34878D82A}">
                    <a16:rowId xmlns:a16="http://schemas.microsoft.com/office/drawing/2014/main" val="2667047515"/>
                  </a:ext>
                </a:extLst>
              </a:tr>
              <a:tr h="59103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b="1" dirty="0">
                          <a:effectLst/>
                        </a:rPr>
                        <a:t>2024: VLM-as-a-Judge</a:t>
                      </a:r>
                      <a:endParaRPr lang="en-US" sz="11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 b="1" dirty="0" err="1">
                          <a:effectLst/>
                        </a:rPr>
                        <a:t>VQAScore</a:t>
                      </a:r>
                      <a:r>
                        <a:rPr lang="en-US" sz="1000" b="0" dirty="0">
                          <a:effectLst/>
                        </a:rPr>
                        <a:t> (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 Question Answering Score)</a:t>
                      </a:r>
                      <a:r>
                        <a:rPr lang="en-US" sz="1000" b="0" dirty="0">
                          <a:effectLst/>
                        </a:rPr>
                        <a:t>, </a:t>
                      </a:r>
                    </a:p>
                    <a:p>
                      <a:pPr marL="0" marR="0">
                        <a:buNone/>
                      </a:pPr>
                      <a:r>
                        <a:rPr lang="en-US" sz="1000" b="1" dirty="0">
                          <a:effectLst/>
                        </a:rPr>
                        <a:t>GenAI-Bench</a:t>
                      </a:r>
                      <a:endParaRPr lang="en-US" sz="1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dirty="0">
                          <a:effectLst/>
                        </a:rPr>
                        <a:t>End-to-end prompt satisfaction via multimodal reasoning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dirty="0">
                          <a:effectLst/>
                        </a:rPr>
                        <a:t>Strong human correlation but requires calibration and determinism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/>
                </a:tc>
                <a:extLst>
                  <a:ext uri="{0D108BD9-81ED-4DB2-BD59-A6C34878D82A}">
                    <a16:rowId xmlns:a16="http://schemas.microsoft.com/office/drawing/2014/main" val="676640319"/>
                  </a:ext>
                </a:extLst>
              </a:tr>
              <a:tr h="71143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b="1" dirty="0">
                          <a:effectLst/>
                        </a:rPr>
                        <a:t>2025–2026: Robust &amp; Specialized Evaluation</a:t>
                      </a:r>
                      <a:endParaRPr lang="en-US" sz="11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088" marR="82088" marT="54726" marB="54726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 b="1" dirty="0">
                          <a:effectLst/>
                        </a:rPr>
                        <a:t>Soft-TIFA</a:t>
                      </a:r>
                      <a:r>
                        <a:rPr lang="en-US" sz="1000" dirty="0">
                          <a:effectLst/>
                        </a:rPr>
                        <a:t>, </a:t>
                      </a:r>
                      <a:r>
                        <a:rPr lang="en-US" sz="1000" b="1" dirty="0">
                          <a:effectLst/>
                        </a:rPr>
                        <a:t>GenEval-2</a:t>
                      </a:r>
                      <a:r>
                        <a:rPr lang="en-US" sz="1000" dirty="0">
                          <a:effectLst/>
                        </a:rPr>
                        <a:t>, </a:t>
                      </a:r>
                      <a:r>
                        <a:rPr lang="en-US" sz="1000" b="1" dirty="0">
                          <a:effectLst/>
                        </a:rPr>
                        <a:t>T2ISafety,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PSG-Score 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(Panoptic Scene Graph Score)</a:t>
                      </a:r>
                    </a:p>
                  </a:txBody>
                  <a:tcPr marL="82088" marR="82088" marT="54726" marB="54726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Probabilistic aggregation and structural matching</a:t>
                      </a:r>
                    </a:p>
                  </a:txBody>
                  <a:tcPr marL="82088" marR="82088" marT="54726" marB="54726"/>
                </a:tc>
                <a:tc>
                  <a:txBody>
                    <a:bodyPr/>
                    <a:lstStyle/>
                    <a:p>
                      <a:pPr marL="0" marR="0" algn="l" defTabSz="6858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Higher system complexity; evaluator drift risk</a:t>
                      </a:r>
                    </a:p>
                  </a:txBody>
                  <a:tcPr marL="82088" marR="82088" marT="54726" marB="54726"/>
                </a:tc>
                <a:extLst>
                  <a:ext uri="{0D108BD9-81ED-4DB2-BD59-A6C34878D82A}">
                    <a16:rowId xmlns:a16="http://schemas.microsoft.com/office/drawing/2014/main" val="4144098928"/>
                  </a:ext>
                </a:extLst>
              </a:tr>
            </a:tbl>
          </a:graphicData>
        </a:graphic>
      </p:graphicFrame>
      <p:sp>
        <p:nvSpPr>
          <p:cNvPr id="5" name="AutoShape 2">
            <a:extLst>
              <a:ext uri="{FF2B5EF4-FFF2-40B4-BE49-F238E27FC236}">
                <a16:creationId xmlns:a16="http://schemas.microsoft.com/office/drawing/2014/main" id="{E4B0A474-3478-9795-EBBC-32479B290D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5479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A79A4D3E-91C8-B2E8-5B39-7EB8D6D841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7003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4EDA54-4AC8-0D12-6AA3-CB0F513366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02"/>
          <a:stretch>
            <a:fillRect/>
          </a:stretch>
        </p:blipFill>
        <p:spPr>
          <a:xfrm>
            <a:off x="4724400" y="156308"/>
            <a:ext cx="3802185" cy="1198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9B171-287C-6E02-D81E-2B39181AB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54CA0-CA6D-9093-8EAA-B5D1D4917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70" y="155457"/>
            <a:ext cx="6869430" cy="443984"/>
          </a:xfrm>
        </p:spPr>
        <p:txBody>
          <a:bodyPr>
            <a:normAutofit fontScale="90000"/>
          </a:bodyPr>
          <a:lstStyle/>
          <a:p>
            <a:r>
              <a:rPr dirty="0"/>
              <a:t>Metric Decision Matrix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92FEA94-68F9-4D2F-D481-F8FC1C13BC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3930605"/>
              </p:ext>
            </p:extLst>
          </p:nvPr>
        </p:nvGraphicFramePr>
        <p:xfrm>
          <a:off x="792480" y="502921"/>
          <a:ext cx="7080504" cy="4973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6162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90" y="-98544"/>
            <a:ext cx="7886700" cy="1043881"/>
          </a:xfrm>
        </p:spPr>
        <p:txBody>
          <a:bodyPr/>
          <a:lstStyle/>
          <a:p>
            <a:r>
              <a:rPr dirty="0"/>
              <a:t>Specialized Fidelity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29A985F-5099-F7E9-2921-60014897C2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6474637"/>
              </p:ext>
            </p:extLst>
          </p:nvPr>
        </p:nvGraphicFramePr>
        <p:xfrm>
          <a:off x="509270" y="1197105"/>
          <a:ext cx="7792720" cy="4203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5A806C2-E140-A002-882F-D21BCFA55699}"/>
              </a:ext>
            </a:extLst>
          </p:cNvPr>
          <p:cNvSpPr txBox="1"/>
          <p:nvPr/>
        </p:nvSpPr>
        <p:spPr>
          <a:xfrm>
            <a:off x="142240" y="830447"/>
            <a:ext cx="82003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it matters: </a:t>
            </a:r>
            <a:r>
              <a:rPr lang="en-US" dirty="0"/>
              <a:t>Some applications require </a:t>
            </a:r>
            <a:r>
              <a:rPr lang="en-US" b="1" dirty="0"/>
              <a:t>domain-specific correctness</a:t>
            </a:r>
            <a:r>
              <a:rPr lang="en-US" dirty="0"/>
              <a:t>, not just visual realism or prompt alignment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78A72-662B-1D4E-ACCF-FD76E5395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0559-C569-F22E-F4CD-260017208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" y="87905"/>
            <a:ext cx="9053830" cy="443984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Strategic Recommendations and North Star Metrics</a:t>
            </a:r>
            <a:endParaRPr sz="2800" b="1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FDF5F55-C8D5-4BF8-7CA3-2FDF4342F5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2935588"/>
              </p:ext>
            </p:extLst>
          </p:nvPr>
        </p:nvGraphicFramePr>
        <p:xfrm>
          <a:off x="47752" y="629388"/>
          <a:ext cx="8910320" cy="4716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6" name="Picture 6" descr="Part II: Referrals or Recommendations ...">
            <a:extLst>
              <a:ext uri="{FF2B5EF4-FFF2-40B4-BE49-F238E27FC236}">
                <a16:creationId xmlns:a16="http://schemas.microsoft.com/office/drawing/2014/main" id="{F8E9EBBE-2D69-5854-D956-1EE28EF1A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443" y="54520"/>
            <a:ext cx="591629" cy="58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8015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38ADC-438A-E748-4810-E4FFF5B24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AE757-9B3E-D8AF-2810-E56BE271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" y="14375"/>
            <a:ext cx="8911590" cy="1043881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Tier 3: The Calibration Core (Judge Integrity)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89F69-E143-6D56-9917-7034AF632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3930" y="986997"/>
            <a:ext cx="6463030" cy="3426679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  <a:defRPr sz="1800"/>
            </a:pPr>
            <a:r>
              <a:rPr lang="en-US" sz="1600" b="1" dirty="0">
                <a:solidFill>
                  <a:srgbClr val="0070C0"/>
                </a:solidFill>
              </a:rPr>
              <a:t>What is meta-evaluation?  </a:t>
            </a:r>
            <a:r>
              <a:rPr lang="en-US" sz="1600" dirty="0"/>
              <a:t>“Can we trust the system that decides whether the image is good?”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0070C0"/>
                </a:solidFill>
              </a:rPr>
              <a:t>What are “Meta-Alignment Indices”?  </a:t>
            </a:r>
            <a:r>
              <a:rPr lang="en-US" sz="1600" dirty="0"/>
              <a:t>Statistics that measure how closely the automated judge agrees with humans and whether it behaves fairly and consistently.</a:t>
            </a:r>
          </a:p>
          <a:p>
            <a:pPr marL="0" indent="0">
              <a:buNone/>
              <a:defRPr sz="1800"/>
            </a:pPr>
            <a:endParaRPr dirty="0"/>
          </a:p>
        </p:txBody>
      </p:sp>
      <p:pic>
        <p:nvPicPr>
          <p:cNvPr id="7170" name="Picture 2" descr="Judge Integrity Cliparts, Stock Vector ...">
            <a:extLst>
              <a:ext uri="{FF2B5EF4-FFF2-40B4-BE49-F238E27FC236}">
                <a16:creationId xmlns:a16="http://schemas.microsoft.com/office/drawing/2014/main" id="{EF493D13-66F9-1591-3D24-8FA5B8E69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99" y="986997"/>
            <a:ext cx="1369128" cy="1369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1B786A-37BA-5DB0-5C9C-57800BFE6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791778"/>
              </p:ext>
            </p:extLst>
          </p:nvPr>
        </p:nvGraphicFramePr>
        <p:xfrm>
          <a:off x="232410" y="2312189"/>
          <a:ext cx="5497830" cy="140208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261579">
                  <a:extLst>
                    <a:ext uri="{9D8B030D-6E8A-4147-A177-3AD203B41FA5}">
                      <a16:colId xmlns:a16="http://schemas.microsoft.com/office/drawing/2014/main" val="1724919389"/>
                    </a:ext>
                  </a:extLst>
                </a:gridCol>
                <a:gridCol w="4236251">
                  <a:extLst>
                    <a:ext uri="{9D8B030D-6E8A-4147-A177-3AD203B41FA5}">
                      <a16:colId xmlns:a16="http://schemas.microsoft.com/office/drawing/2014/main" val="37504609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Ensures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363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Spearman </a:t>
                      </a:r>
                      <a:r>
                        <a:rPr lang="el-GR" b="1"/>
                        <a:t>ρ</a:t>
                      </a:r>
                      <a:endParaRPr lang="el-G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Judge ranks models/images like humans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614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Cohen’s </a:t>
                      </a:r>
                      <a:r>
                        <a:rPr lang="el-GR" b="1"/>
                        <a:t>κ</a:t>
                      </a:r>
                      <a:endParaRPr lang="el-G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Judge agrees with humans on pass/fail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975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Symmetry Checks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Judge is unbiased and position-invariant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8015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DD75F6B-7AB7-7D76-92FA-93A90F3FB865}"/>
              </a:ext>
            </a:extLst>
          </p:cNvPr>
          <p:cNvSpPr txBox="1"/>
          <p:nvPr/>
        </p:nvSpPr>
        <p:spPr>
          <a:xfrm>
            <a:off x="6156960" y="2436199"/>
            <a:ext cx="254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dirty="0"/>
              <a:t>Together, they answer: </a:t>
            </a:r>
          </a:p>
          <a:p>
            <a:pPr>
              <a:buNone/>
            </a:pPr>
            <a:r>
              <a:rPr lang="en-US" sz="1100" b="1" dirty="0"/>
              <a:t>“</a:t>
            </a:r>
            <a:r>
              <a:rPr lang="en-US" sz="1100" b="1" dirty="0">
                <a:solidFill>
                  <a:srgbClr val="0070C0"/>
                </a:solidFill>
              </a:rPr>
              <a:t>Is this automated judge accurate, consistent, and fair enough to trust in production?”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72E7FE-C27A-736F-1573-165CF2B935B8}"/>
              </a:ext>
            </a:extLst>
          </p:cNvPr>
          <p:cNvSpPr txBox="1"/>
          <p:nvPr/>
        </p:nvSpPr>
        <p:spPr>
          <a:xfrm>
            <a:off x="1066800" y="3915836"/>
            <a:ext cx="7965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Will you provide guidance for human labelers? </a:t>
            </a:r>
          </a:p>
          <a:p>
            <a:endParaRPr lang="en-US" dirty="0"/>
          </a:p>
          <a:p>
            <a:r>
              <a:rPr lang="en-US" dirty="0"/>
              <a:t>Well-defined guidance for human labelers can also be applied to LLM-based evaluators.</a:t>
            </a:r>
          </a:p>
        </p:txBody>
      </p:sp>
      <p:pic>
        <p:nvPicPr>
          <p:cNvPr id="1026" name="Picture 2" descr="Get to Know You Questions">
            <a:extLst>
              <a:ext uri="{FF2B5EF4-FFF2-40B4-BE49-F238E27FC236}">
                <a16:creationId xmlns:a16="http://schemas.microsoft.com/office/drawing/2014/main" id="{A5345645-AE8B-6EB9-B3EC-25867E148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84" y="3915836"/>
            <a:ext cx="692030" cy="96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Yes! Button - Apps on Google Play">
            <a:extLst>
              <a:ext uri="{FF2B5EF4-FFF2-40B4-BE49-F238E27FC236}">
                <a16:creationId xmlns:a16="http://schemas.microsoft.com/office/drawing/2014/main" id="{0E2BABF5-F27A-EC34-7978-485745525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195" y="3849478"/>
            <a:ext cx="1097915" cy="54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1F4528-1A14-F8BA-7C58-57E09C72098A}"/>
              </a:ext>
            </a:extLst>
          </p:cNvPr>
          <p:cNvSpPr txBox="1"/>
          <p:nvPr/>
        </p:nvSpPr>
        <p:spPr>
          <a:xfrm>
            <a:off x="6670923" y="3939291"/>
            <a:ext cx="2174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Sample guidance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739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3959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400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A89B7-456F-0F31-B91C-F36329558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667" y="1267957"/>
            <a:ext cx="3604497" cy="10214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 </a:t>
            </a:r>
          </a:p>
        </p:txBody>
      </p:sp>
      <p:pic>
        <p:nvPicPr>
          <p:cNvPr id="6" name="Graphic 5" descr="Monitor">
            <a:extLst>
              <a:ext uri="{FF2B5EF4-FFF2-40B4-BE49-F238E27FC236}">
                <a16:creationId xmlns:a16="http://schemas.microsoft.com/office/drawing/2014/main" id="{B8E85183-DD08-48C2-BB7B-585602C26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1507222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4707"/>
            <a:ext cx="4679005" cy="5405382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29B8D0F-749A-E4B8-07BA-DF35850FDC9A}"/>
              </a:ext>
            </a:extLst>
          </p:cNvPr>
          <p:cNvSpPr txBox="1"/>
          <p:nvPr/>
        </p:nvSpPr>
        <p:spPr>
          <a:xfrm>
            <a:off x="4233672" y="226345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https://github.com/hshujuan/text_to_image_grader</a:t>
            </a:r>
          </a:p>
        </p:txBody>
      </p:sp>
    </p:spTree>
    <p:extLst>
      <p:ext uri="{BB962C8B-B14F-4D97-AF65-F5344CB8AC3E}">
        <p14:creationId xmlns:p14="http://schemas.microsoft.com/office/powerpoint/2010/main" val="804159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3959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400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81A4B-3A8D-0EF8-8FC0-34BAB1EE6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646" y="1148069"/>
            <a:ext cx="3604497" cy="10214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3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Appendix</a:t>
            </a:r>
          </a:p>
        </p:txBody>
      </p:sp>
      <p:pic>
        <p:nvPicPr>
          <p:cNvPr id="6" name="Graphic 5" descr="Open Folder">
            <a:extLst>
              <a:ext uri="{FF2B5EF4-FFF2-40B4-BE49-F238E27FC236}">
                <a16:creationId xmlns:a16="http://schemas.microsoft.com/office/drawing/2014/main" id="{124707F1-A8A4-9BC7-E84F-EEFBA8C36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1507222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4707"/>
            <a:ext cx="4679005" cy="5405382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47547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760" y="127204"/>
            <a:ext cx="68787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A3A5A"/>
                </a:solidFill>
              </a:defRPr>
            </a:pPr>
            <a:r>
              <a:rPr lang="en-US" sz="2000" b="1" dirty="0"/>
              <a:t>Sample Evaluation Prompts for Autograder Benchmarking</a:t>
            </a:r>
            <a:endParaRPr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519598"/>
              </p:ext>
            </p:extLst>
          </p:nvPr>
        </p:nvGraphicFramePr>
        <p:xfrm>
          <a:off x="355600" y="598232"/>
          <a:ext cx="8229600" cy="3660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Category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Anatomical Accuracy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Correct depiction of human and animal anatomy, including body parts, proportions, and plausible physical structure.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Hands with the correct number of fingers; realistic joint bending in a human pose.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Compositional Logic &amp; Spatial Relations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Faithful representation of object counts, spatial relationships, and compositional constraints specified or implied by the prompt.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“A red cube on top of a blue sphere” with correct ordering and positioning.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Cultural Nuance &amp; Competence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Accurate and respectful rendering of culturally implied elements without hallucination, stereotyping, or exaggeration.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 traditional wedding scene that reflects region-specific attire and customs correctly.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Professional &amp; Scientific Fidelity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Domain-specific correctness for technical, medical, or scientific imagery, including symbols, diagrams, and spatial precision.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An electrical circuit diagram with correct component symbols and connections.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Responsible AI – Fairness, Toxicity &amp; Privacy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Evaluation of safety, bias, and compliance, ensuring outputs avoid harmful content, represent groups fairly, and respect privacy and IP.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Avoiding demographic stereotyping in occupational depictions; no copyrighted characters.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24BB8E7-FB16-388C-BCD1-33A23739A8F0}"/>
              </a:ext>
            </a:extLst>
          </p:cNvPr>
          <p:cNvSpPr txBox="1"/>
          <p:nvPr/>
        </p:nvSpPr>
        <p:spPr>
          <a:xfrm>
            <a:off x="497840" y="481584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Link</a:t>
            </a:r>
            <a:r>
              <a:rPr lang="en-US" dirty="0"/>
              <a:t> </a:t>
            </a:r>
          </a:p>
        </p:txBody>
      </p:sp>
      <p:pic>
        <p:nvPicPr>
          <p:cNvPr id="4098" name="Picture 2" descr="9 golden rules for solid user testing ...">
            <a:extLst>
              <a:ext uri="{FF2B5EF4-FFF2-40B4-BE49-F238E27FC236}">
                <a16:creationId xmlns:a16="http://schemas.microsoft.com/office/drawing/2014/main" id="{E2AE2CD7-DAF4-DE97-4944-449936445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503" y="4394547"/>
            <a:ext cx="1929765" cy="94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610" y="0"/>
            <a:ext cx="6395967" cy="1043881"/>
          </a:xfrm>
        </p:spPr>
        <p:txBody>
          <a:bodyPr/>
          <a:lstStyle/>
          <a:p>
            <a:r>
              <a:rPr dirty="0"/>
              <a:t>Key Takeaways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83B9697-E076-7F07-684D-A21308F5B1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7479336"/>
              </p:ext>
            </p:extLst>
          </p:nvPr>
        </p:nvGraphicFramePr>
        <p:xfrm>
          <a:off x="1412240" y="912177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50" name="Picture 6" descr="Key takeaways puzzle concept | Premium ...">
            <a:extLst>
              <a:ext uri="{FF2B5EF4-FFF2-40B4-BE49-F238E27FC236}">
                <a16:creationId xmlns:a16="http://schemas.microsoft.com/office/drawing/2014/main" id="{D8D71544-614C-AE52-5873-A666DE7C5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240" y="205364"/>
            <a:ext cx="1497352" cy="838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96D5DD-5681-F9D9-0A92-FCB357F17E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02" y="0"/>
            <a:ext cx="8941596" cy="5400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1175</TotalTime>
  <Words>1210</Words>
  <Application>Microsoft Office PowerPoint</Application>
  <PresentationFormat>Custom</PresentationFormat>
  <Paragraphs>140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PowerPoint Presentation</vt:lpstr>
      <vt:lpstr>Problem Statement</vt:lpstr>
      <vt:lpstr>Evolution of T2I Evaluation</vt:lpstr>
      <vt:lpstr>Metric Decision Matrix</vt:lpstr>
      <vt:lpstr>Specialized Fidelity</vt:lpstr>
      <vt:lpstr>Strategic Recommendations and North Star Metrics</vt:lpstr>
      <vt:lpstr>Tier 3: The Calibration Core (Judge Integrity)</vt:lpstr>
      <vt:lpstr>Demo </vt:lpstr>
      <vt:lpstr>Appendix</vt:lpstr>
      <vt:lpstr>PowerPoint Presentation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Jane huang</cp:lastModifiedBy>
  <cp:revision>1</cp:revision>
  <dcterms:created xsi:type="dcterms:W3CDTF">2013-01-27T09:14:16Z</dcterms:created>
  <dcterms:modified xsi:type="dcterms:W3CDTF">2026-02-21T08:16:39Z</dcterms:modified>
  <cp:category/>
</cp:coreProperties>
</file>